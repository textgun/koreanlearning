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dbffa32704de9" /><Relationship Type="http://schemas.openxmlformats.org/officeDocument/2006/relationships/extended-properties" Target="/docProps/app.xml" Id="R6b5c6146569f47d9" /><Relationship Type="http://schemas.openxmlformats.org/officeDocument/2006/relationships/officeDocument" Target="/ppt/presentation.xml" Id="R7f767a66915e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adb584cad44c7b"/>
  </p:sldMasterIdLst>
  <p:notesMasterIdLst>
    <p:notesMasterId xmlns:r="http://schemas.openxmlformats.org/officeDocument/2006/relationships" r:id="R878d5f74ce734c5c"/>
  </p:notesMasterIdLst>
  <p:sldIdLst>
    <p:sldId xmlns:r="http://schemas.openxmlformats.org/officeDocument/2006/relationships" id="256" r:id="R75f48ce4e26340f3"/>
    <p:sldId xmlns:r="http://schemas.openxmlformats.org/officeDocument/2006/relationships" id="257" r:id="R7918fc75b8d4460b"/>
    <p:sldId xmlns:r="http://schemas.openxmlformats.org/officeDocument/2006/relationships" id="258" r:id="R8589037c5caf4554"/>
    <p:sldId xmlns:r="http://schemas.openxmlformats.org/officeDocument/2006/relationships" id="259" r:id="R37749951778f4fae"/>
    <p:sldId xmlns:r="http://schemas.openxmlformats.org/officeDocument/2006/relationships" id="260" r:id="Rf17b6016e43347d6"/>
    <p:sldId xmlns:r="http://schemas.openxmlformats.org/officeDocument/2006/relationships" id="261" r:id="R63d741618e6f43b1"/>
    <p:sldId xmlns:r="http://schemas.openxmlformats.org/officeDocument/2006/relationships" id="262" r:id="Raa0fa4cc28564892"/>
    <p:sldId xmlns:r="http://schemas.openxmlformats.org/officeDocument/2006/relationships" id="263" r:id="R8f6733eb6116403e"/>
    <p:sldId xmlns:r="http://schemas.openxmlformats.org/officeDocument/2006/relationships" id="264" r:id="Rf9c936a8ac854e09"/>
    <p:sldId xmlns:r="http://schemas.openxmlformats.org/officeDocument/2006/relationships" id="265" r:id="R57ac6f17091948c1"/>
    <p:sldId xmlns:r="http://schemas.openxmlformats.org/officeDocument/2006/relationships" id="266" r:id="R8e22494ac52e4d15"/>
    <p:sldId xmlns:r="http://schemas.openxmlformats.org/officeDocument/2006/relationships" id="267" r:id="Red8289590f6a4d63"/>
    <p:sldId xmlns:r="http://schemas.openxmlformats.org/officeDocument/2006/relationships" id="268" r:id="R95b2f931356e40a2"/>
    <p:sldId xmlns:r="http://schemas.openxmlformats.org/officeDocument/2006/relationships" id="269" r:id="R7dbd9e4674ca4990"/>
    <p:sldId xmlns:r="http://schemas.openxmlformats.org/officeDocument/2006/relationships" id="270" r:id="R4bb89c3cd6d64c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e4dcc23c1348e3" /><Relationship Type="http://schemas.openxmlformats.org/officeDocument/2006/relationships/slideMaster" Target="/ppt/slideMasters/slideMaster1.xml" Id="Rf6adb584cad44c7b" /><Relationship Type="http://schemas.openxmlformats.org/officeDocument/2006/relationships/notesMaster" Target="/ppt/notesMasters/notesMaster1.xml" Id="R878d5f74ce734c5c" /><Relationship Type="http://schemas.openxmlformats.org/officeDocument/2006/relationships/presProps" Target="/ppt/presProps.xml" Id="R4dd1cded448a4e6d" /><Relationship Type="http://schemas.openxmlformats.org/officeDocument/2006/relationships/tableStyles" Target="/ppt/tableStyles.xml" Id="R4437394f11ed4360" /><Relationship Type="http://schemas.openxmlformats.org/officeDocument/2006/relationships/slide" Target="/ppt/slides/slide1.xml" Id="R75f48ce4e26340f3" /><Relationship Type="http://schemas.openxmlformats.org/officeDocument/2006/relationships/slide" Target="/ppt/slides/slide2.xml" Id="R7918fc75b8d4460b" /><Relationship Type="http://schemas.openxmlformats.org/officeDocument/2006/relationships/slide" Target="/ppt/slides/slide3.xml" Id="R8589037c5caf4554" /><Relationship Type="http://schemas.openxmlformats.org/officeDocument/2006/relationships/slide" Target="/ppt/slides/slide4.xml" Id="R37749951778f4fae" /><Relationship Type="http://schemas.openxmlformats.org/officeDocument/2006/relationships/slide" Target="/ppt/slides/slide5.xml" Id="Rf17b6016e43347d6" /><Relationship Type="http://schemas.openxmlformats.org/officeDocument/2006/relationships/slide" Target="/ppt/slides/slide6.xml" Id="R63d741618e6f43b1" /><Relationship Type="http://schemas.openxmlformats.org/officeDocument/2006/relationships/slide" Target="/ppt/slides/slide7.xml" Id="Raa0fa4cc28564892" /><Relationship Type="http://schemas.openxmlformats.org/officeDocument/2006/relationships/slide" Target="/ppt/slides/slide8.xml" Id="R8f6733eb6116403e" /><Relationship Type="http://schemas.openxmlformats.org/officeDocument/2006/relationships/slide" Target="/ppt/slides/slide9.xml" Id="Rf9c936a8ac854e09" /><Relationship Type="http://schemas.openxmlformats.org/officeDocument/2006/relationships/slide" Target="/ppt/slides/slide10.xml" Id="R57ac6f17091948c1" /><Relationship Type="http://schemas.openxmlformats.org/officeDocument/2006/relationships/slide" Target="/ppt/slides/slide11.xml" Id="R8e22494ac52e4d15" /><Relationship Type="http://schemas.openxmlformats.org/officeDocument/2006/relationships/slide" Target="/ppt/slides/slide12.xml" Id="Red8289590f6a4d63" /><Relationship Type="http://schemas.openxmlformats.org/officeDocument/2006/relationships/slide" Target="/ppt/slides/slide13.xml" Id="R95b2f931356e40a2" /><Relationship Type="http://schemas.openxmlformats.org/officeDocument/2006/relationships/slide" Target="/ppt/slides/slide14.xml" Id="R7dbd9e4674ca4990" /><Relationship Type="http://schemas.openxmlformats.org/officeDocument/2006/relationships/slide" Target="/ppt/slides/slide15.xml" Id="R4bb89c3cd6d64c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3cb3b946a43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07f766386e4ab1" /><Relationship Type="http://schemas.openxmlformats.org/officeDocument/2006/relationships/notesMaster" Target="/ppt/notesMasters/notesMaster1.xml" Id="R249d5f29896842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7e779690164f69" /><Relationship Type="http://schemas.openxmlformats.org/officeDocument/2006/relationships/notesMaster" Target="/ppt/notesMasters/notesMaster1.xml" Id="R786cbdabb5a34c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496d4bde254d67" /><Relationship Type="http://schemas.openxmlformats.org/officeDocument/2006/relationships/notesMaster" Target="/ppt/notesMasters/notesMaster1.xml" Id="Rb3d32ef8a16148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4219687f9d4bf3" /><Relationship Type="http://schemas.openxmlformats.org/officeDocument/2006/relationships/notesMaster" Target="/ppt/notesMasters/notesMaster1.xml" Id="Rcd5e60052a1841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2b6c68cfbe46a0" /><Relationship Type="http://schemas.openxmlformats.org/officeDocument/2006/relationships/notesMaster" Target="/ppt/notesMasters/notesMaster1.xml" Id="Rf95f979d5e2f42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332bd2c18141cf" /><Relationship Type="http://schemas.openxmlformats.org/officeDocument/2006/relationships/notesMaster" Target="/ppt/notesMasters/notesMaster1.xml" Id="R2b0b56d5850e4f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11e5e52c344fc2" /><Relationship Type="http://schemas.openxmlformats.org/officeDocument/2006/relationships/notesMaster" Target="/ppt/notesMasters/notesMaster1.xml" Id="Rd2b47f1c9730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4d990a437f45fc" /><Relationship Type="http://schemas.openxmlformats.org/officeDocument/2006/relationships/notesMaster" Target="/ppt/notesMasters/notesMaster1.xml" Id="R7d3e61f32a8243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da7be154a64b93" /><Relationship Type="http://schemas.openxmlformats.org/officeDocument/2006/relationships/notesMaster" Target="/ppt/notesMasters/notesMaster1.xml" Id="R8b7a60e1931d45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14bfafe5a144ec" /><Relationship Type="http://schemas.openxmlformats.org/officeDocument/2006/relationships/notesMaster" Target="/ppt/notesMasters/notesMaster1.xml" Id="R390f2bf898d242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bd33d89b154434" /><Relationship Type="http://schemas.openxmlformats.org/officeDocument/2006/relationships/notesMaster" Target="/ppt/notesMasters/notesMaster1.xml" Id="Rbe6b2e5de1554d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05c6b12bba4ef5" /><Relationship Type="http://schemas.openxmlformats.org/officeDocument/2006/relationships/notesMaster" Target="/ppt/notesMasters/notesMaster1.xml" Id="Rf86f4d66be3644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4971d7d5b24d17" /><Relationship Type="http://schemas.openxmlformats.org/officeDocument/2006/relationships/notesMaster" Target="/ppt/notesMasters/notesMaster1.xml" Id="Rf6d0c71921a34e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49741341164f0e" /><Relationship Type="http://schemas.openxmlformats.org/officeDocument/2006/relationships/notesMaster" Target="/ppt/notesMasters/notesMaster1.xml" Id="Rca101608d22748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1ffbf5f4a24bd1" /><Relationship Type="http://schemas.openxmlformats.org/officeDocument/2006/relationships/notesMaster" Target="/ppt/notesMasters/notesMaster1.xml" Id="Rc4647480f67342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서비스의 목적은 한국어 학습 기회를 넓히는 것이다. 수익은 운영 지속성을 위한 수단이다. 서비스 이름은 아직 가칭이다.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  <a:p xmlns:a="http://schemas.openxmlformats.org/drawingml/2006/main">
            <a:br/>
            <a:r>
              <a:t>표지 일러스트는 실제 인물이나 운영 수업 사진이 아닌 생성 이미지다.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01절. 학습자와 교사의 문제는 검증할 가설이다. 실제 고객 조사 결과나 시장 규모로 제시하지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01~02절. 언어 8개와 활동 9종은 기존 범위다. 언어별 모든 UI 번역이 완료됐다는 뜻은 아니다. 현재 구현 상태는 기획서 기록 기준이며 실서비스 전체를 재검증한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05~08절. 교사 연결 수락과 수업 예약 확정은 다르다. 외부 예약 도구를 사용하더라도 플랫폼에 일정과 수업 결과를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03절. 교사용 도구는 기존 학생을 가르치는 데에도 쓸 수 있다. 등록 프로필 수와 실제 활동 교사 수는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08~10절. 메뉴뿐 아니라 오류·예약·취소·신고까지 설명 언어로 제공한다. 여기의 번호와 항목은 우선순위이며 실제 제품 화면 캡처가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04·07절. 1:1 무료 수업과 30분은 권고 후보이며 운영자가 확정해야 한다. 무료 파일럿에서는 크레딧을 지급하거나 소급 적립하지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05·06·11·17절. 코드·PIN 로그인은 계속 제공하고 계정 연결은 진도 보존을 전제로 한다. 계정 충돌을 자동 병합하지 않는다. 만 14세 이상이어도 14~17세 안전 대응이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03절. 1단계 기존 도구와 교사 모집, 2단계 첫 무료 수업, 3A 유료 거래와 3B 보상 도입, 4단계 커뮤니티다. 날짜 확정 로드맵이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13절. 산 크레딧은 결제 확인 후 유료 수업에 사용한다. 받은 크레딧은 검증된 보상으로 무료 수업에만 사용하며 현금 환불과 교사 현금 정산이 없다. 교사 보상 크레딧과 보증금은 도입 유예 권고다.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14~16절. 예약 시 크레딧을 묶고 완료 확정 뒤 최종 사용과 정산 후보를 생성한다. 크레딧 복원과 카드 결제 환불은 별도 절차다. 분쟁 중 거래는 정산을 보류한다.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16·21절. 유료 수업 수입의 50%를 월 1회 강사료로 지급하는 기존 방향이다. 수입 기준액, 세금, 수수료 부담은 출시 전 확정한다. 운영자 몫은 이익이 아니며 비용 차감 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19절. 숫자는 아직 목표 확정 전이다. 최초 기획서의 교사 10명, 주 3일 학습자 50명, 수락률 70% 등은 참고 목표이지 성과가 아니다. 첫 수업 완료율은 첫 신청 후 14일 관찰 코호트를 기준으로 제안했다.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20·23절. 첫 수업 형태와 길이, 계정 관계, 운영 언어, 신고 체계를 2단계 전에 정한다. 가격·환불·정산·판매자 및 신고 구조는 유료 판매 전에 전문가와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22~23절. 다음 행동은 파일럿 정책 확정과 교사 공급 확인이다. 첫 무료 수업 완료와 재학습을 확인한 뒤 유료 거래를 도입한다.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출처. 한국어 학습 플랫폼 상세 기획서 v2.0, 2026-10-14. docs/planning/2026-10-14/platform-plan-v2.md.</a:t>
            </a:r>
          </a:p>
          <a:p xmlns:a="http://schemas.openxmlformats.org/drawingml/2006/main">
            <a:r>
              <a:t>시각 참고. 사용자 제공 교육용 템플릿 이미지의 크림 배경과 초록·코랄·노랑 색상을 참고했다. 타사 로고와 사진·통계는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e6aa7a7264f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a019021434b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e5b30d16948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55f0fff9a44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6a885479f46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dcf2ee756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9CAD9C-3871-448C-AB97-2FA927792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F79CF7-78AE-468D-8E39-D52F23B06C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568527-5E38-4D4A-A089-74D61BB19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068B1A-6FBB-4622-B166-6E3628863B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3FA344-2E1F-4D05-BFB0-0C5D711E8B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0864A5-2832-40D3-B6C3-C1547153C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EF6646-9817-404F-8F07-29CD93C7C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29E8A3-4BC7-4D55-9A0B-6B1A485ECE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D5E2F4-1ACD-4AEE-9924-6FA9B5FAC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E2F0AF-0ABE-40DA-843C-F0502A8D0C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436d54d4f046b1" /><Relationship Type="http://schemas.openxmlformats.org/officeDocument/2006/relationships/slideLayout" Target="/ppt/slideLayouts/slideLayout1.xml" Id="Ree8bd197421a410c" /><Relationship Type="http://schemas.openxmlformats.org/officeDocument/2006/relationships/slideLayout" Target="/ppt/slideLayouts/slideLayout2.xml" Id="R0da4ed7ce95c4b08" /><Relationship Type="http://schemas.openxmlformats.org/officeDocument/2006/relationships/slideLayout" Target="/ppt/slideLayouts/slideLayout3.xml" Id="R6444cf5adfc04079" /><Relationship Type="http://schemas.openxmlformats.org/officeDocument/2006/relationships/slideLayout" Target="/ppt/slideLayouts/slideLayout4.xml" Id="R35f9215026a24043" /><Relationship Type="http://schemas.openxmlformats.org/officeDocument/2006/relationships/slideLayout" Target="/ppt/slideLayouts/slideLayout5.xml" Id="Rf00c676307f04315" /><Relationship Type="http://schemas.openxmlformats.org/officeDocument/2006/relationships/slideLayout" Target="/ppt/slideLayouts/slideLayout6.xml" Id="Ra4567b8e13ff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8bd197421a410c"/>
    <p:sldLayoutId xmlns:r="http://schemas.openxmlformats.org/officeDocument/2006/relationships" id="2147483650" r:id="R0da4ed7ce95c4b08"/>
    <p:sldLayoutId xmlns:r="http://schemas.openxmlformats.org/officeDocument/2006/relationships" id="2147483651" r:id="R6444cf5adfc04079"/>
    <p:sldLayoutId xmlns:r="http://schemas.openxmlformats.org/officeDocument/2006/relationships" id="2147483652" r:id="R35f9215026a24043"/>
    <p:sldLayoutId xmlns:r="http://schemas.openxmlformats.org/officeDocument/2006/relationships" id="2147483653" r:id="Rf00c676307f04315"/>
    <p:sldLayoutId xmlns:r="http://schemas.openxmlformats.org/officeDocument/2006/relationships" id="2147483654" r:id="Ra4567b8e13ff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6396dcdd84745" /><Relationship Type="http://schemas.openxmlformats.org/officeDocument/2006/relationships/image" Target="/ppt/media/image.png" Id="R17fecc9a746548d7" /><Relationship Type="http://schemas.openxmlformats.org/officeDocument/2006/relationships/notesSlide" Target="/ppt/notesSlides/notesSlide1.xml" Id="R1e71b608c5fe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b502831574c59" /><Relationship Type="http://schemas.openxmlformats.org/officeDocument/2006/relationships/notesSlide" Target="/ppt/notesSlides/notesSlide2.xml" Id="R2c70313437a54e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7ac0e324848f5" /><Relationship Type="http://schemas.openxmlformats.org/officeDocument/2006/relationships/notesSlide" Target="/ppt/notesSlides/notesSlide3.xml" Id="R2bdd742cee45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037f5b2de4a6d" /><Relationship Type="http://schemas.openxmlformats.org/officeDocument/2006/relationships/notesSlide" Target="/ppt/notesSlides/notesSlide4.xml" Id="Reaa19de2881540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7ea45def64b85" /><Relationship Type="http://schemas.openxmlformats.org/officeDocument/2006/relationships/notesSlide" Target="/ppt/notesSlides/notesSlide5.xml" Id="Rbf682b6d0ff642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224b46ead40d2" /><Relationship Type="http://schemas.openxmlformats.org/officeDocument/2006/relationships/notesSlide" Target="/ppt/notesSlides/notesSlide6.xml" Id="R008185ddcb684d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da2a543654e69" /><Relationship Type="http://schemas.openxmlformats.org/officeDocument/2006/relationships/notesSlide" Target="/ppt/notesSlides/notesSlide7.xml" Id="Rc048ab7df8f44e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69b04cb7542d6" /><Relationship Type="http://schemas.openxmlformats.org/officeDocument/2006/relationships/notesSlide" Target="/ppt/notesSlides/notesSlide8.xml" Id="R10a50a9e827d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997de55de4c33" /><Relationship Type="http://schemas.openxmlformats.org/officeDocument/2006/relationships/notesSlide" Target="/ppt/notesSlides/notesSlide9.xml" Id="R7db5f12df95940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a156658f94198" /><Relationship Type="http://schemas.openxmlformats.org/officeDocument/2006/relationships/notesSlide" Target="/ppt/notesSlides/notesSlide10.xml" Id="R34e8d94f4c8940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5768e2e3f4485" /><Relationship Type="http://schemas.openxmlformats.org/officeDocument/2006/relationships/notesSlide" Target="/ppt/notesSlides/notesSlide11.xml" Id="Rdb9ea38991c84d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d6c6040854ca0" /><Relationship Type="http://schemas.openxmlformats.org/officeDocument/2006/relationships/notesSlide" Target="/ppt/notesSlides/notesSlide12.xml" Id="R79498323e1e640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6dc43b9644070" /><Relationship Type="http://schemas.openxmlformats.org/officeDocument/2006/relationships/notesSlide" Target="/ppt/notesSlides/notesSlide13.xml" Id="R2fdcbf405d234f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252c3913b469b" /><Relationship Type="http://schemas.openxmlformats.org/officeDocument/2006/relationships/notesSlide" Target="/ppt/notesSlides/notesSlide14.xml" Id="R1333f723ed9045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56b73b8f54b96" /><Relationship Type="http://schemas.openxmlformats.org/officeDocument/2006/relationships/notesSlide" Target="/ppt/notesSlides/notesSlide15.xml" Id="R163835820647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lock-1">
            <a:extLst xmlns:a="http://schemas.openxmlformats.org/drawingml/2006/main">
              <a:ext uri="{FF2B5EF4-FFF2-40B4-BE49-F238E27FC236}">
                <a16:creationId xmlns:a16="http://schemas.microsoft.com/office/drawing/2014/main" id="{46CC3242-50A8-4FB5-9D8D-40723587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2">
            <a:extLst xmlns:a="http://schemas.openxmlformats.org/drawingml/2006/main">
              <a:ext uri="{FF2B5EF4-FFF2-40B4-BE49-F238E27FC236}">
                <a16:creationId xmlns:a16="http://schemas.microsoft.com/office/drawing/2014/main" id="{824A4996-9E9A-4BE6-9EFC-5B16F7DE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43771-B663-4C1B-8273-A1A91058A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ecc9a746548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block-3">
            <a:extLst xmlns:a="http://schemas.openxmlformats.org/drawingml/2006/main">
              <a:ext uri="{FF2B5EF4-FFF2-40B4-BE49-F238E27FC236}">
                <a16:creationId xmlns:a16="http://schemas.microsoft.com/office/drawing/2014/main" id="{3A656F71-0B43-4B87-91D7-96DB75BA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47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5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한국어 학습</a:t>
            </a:r>
          </a:p>
          <a:p xmlns:a="http://schemas.openxmlformats.org/drawingml/2006/main">
            <a:pPr algn="l">
              <a:defRPr sz="5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플랫폼</a:t>
            </a:r>
          </a:p>
        </p:txBody>
      </p:sp>
      <p:sp>
        <p:nvSpPr>
          <p:cNvPr id="5" name="block-4">
            <a:extLst xmlns:a="http://schemas.openxmlformats.org/drawingml/2006/main">
              <a:ext uri="{FF2B5EF4-FFF2-40B4-BE49-F238E27FC236}">
                <a16:creationId xmlns:a16="http://schemas.microsoft.com/office/drawing/2014/main" id="{F8139495-22F8-4929-9684-23A7C36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자습과 선생님을 만나는 한 곳</a:t>
            </a:r>
          </a:p>
        </p:txBody>
      </p:sp>
      <p:sp>
        <p:nvSpPr>
          <p:cNvPr id="6" name="block-5">
            <a:extLst xmlns:a="http://schemas.openxmlformats.org/drawingml/2006/main">
              <a:ext uri="{FF2B5EF4-FFF2-40B4-BE49-F238E27FC236}">
                <a16:creationId xmlns:a16="http://schemas.microsoft.com/office/drawing/2014/main" id="{268646B7-6B38-46F8-A7A2-948991D2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서비스 기획 발표안</a:t>
            </a:r>
          </a:p>
        </p:txBody>
      </p:sp>
    </p:spTree>
    <p:extLst>
      <p:ext uri="{BB962C8B-B14F-4D97-AF65-F5344CB8AC3E}">
        <p14:creationId xmlns:p14="http://schemas.microsoft.com/office/powerpoint/2010/main" val="48513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lock-6">
            <a:extLst xmlns:a="http://schemas.openxmlformats.org/drawingml/2006/main">
              <a:ext uri="{FF2B5EF4-FFF2-40B4-BE49-F238E27FC236}">
                <a16:creationId xmlns:a16="http://schemas.microsoft.com/office/drawing/2014/main" id="{AEE3469B-CE08-46E9-A782-504DB9F8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7">
            <a:extLst xmlns:a="http://schemas.openxmlformats.org/drawingml/2006/main">
              <a:ext uri="{FF2B5EF4-FFF2-40B4-BE49-F238E27FC236}">
                <a16:creationId xmlns:a16="http://schemas.microsoft.com/office/drawing/2014/main" id="{B4A52FC8-042C-402D-A707-91D2C0B6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3" name="block-8">
            <a:extLst xmlns:a="http://schemas.openxmlformats.org/drawingml/2006/main">
              <a:ext uri="{FF2B5EF4-FFF2-40B4-BE49-F238E27FC236}">
                <a16:creationId xmlns:a16="http://schemas.microsoft.com/office/drawing/2014/main" id="{DDAA1BFB-1C59-49C5-9045-5E15D7CE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학습자와 교사가 겪는 어려움</a:t>
            </a:r>
          </a:p>
        </p:txBody>
      </p:sp>
      <p:sp>
        <p:nvSpPr>
          <p:cNvPr id="4" name="block-9">
            <a:extLst xmlns:a="http://schemas.openxmlformats.org/drawingml/2006/main">
              <a:ext uri="{FF2B5EF4-FFF2-40B4-BE49-F238E27FC236}">
                <a16:creationId xmlns:a16="http://schemas.microsoft.com/office/drawing/2014/main" id="{D14FD50A-14BB-4B74-9E9B-A227820B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학습자</a:t>
            </a:r>
          </a:p>
        </p:txBody>
      </p:sp>
      <p:sp>
        <p:nvSpPr>
          <p:cNvPr id="5" name="block-10">
            <a:extLst xmlns:a="http://schemas.openxmlformats.org/drawingml/2006/main">
              <a:ext uri="{FF2B5EF4-FFF2-40B4-BE49-F238E27FC236}">
                <a16:creationId xmlns:a16="http://schemas.microsoft.com/office/drawing/2014/main" id="{89158602-290E-4D9D-B870-CA3E0203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이해할 수 있는 설명과</a:t>
            </a:r>
          </a:p>
          <a:p xmlns:a="http://schemas.openxmlformats.org/drawingml/2006/main">
            <a:pPr algn="l">
              <a:defRPr sz="25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맞는 선생님을 찾기 어렵습니다.</a:t>
            </a:r>
          </a:p>
        </p:txBody>
      </p:sp>
      <p:sp>
        <p:nvSpPr>
          <p:cNvPr id="6" name="block-11">
            <a:extLst xmlns:a="http://schemas.openxmlformats.org/drawingml/2006/main">
              <a:ext uri="{FF2B5EF4-FFF2-40B4-BE49-F238E27FC236}">
                <a16:creationId xmlns:a16="http://schemas.microsoft.com/office/drawing/2014/main" id="{EBB2CF04-A30E-4690-BDC2-F8176259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짧게 복습할 도구도 필요합니다.</a:t>
            </a:r>
          </a:p>
        </p:txBody>
      </p:sp>
      <p:sp>
        <p:nvSpPr>
          <p:cNvPr id="7" name="block-12">
            <a:extLst xmlns:a="http://schemas.openxmlformats.org/drawingml/2006/main">
              <a:ext uri="{FF2B5EF4-FFF2-40B4-BE49-F238E27FC236}">
                <a16:creationId xmlns:a16="http://schemas.microsoft.com/office/drawing/2014/main" id="{4F467384-F8BE-4523-9F5F-21DDBB61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238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8" name="block-13">
            <a:extLst xmlns:a="http://schemas.openxmlformats.org/drawingml/2006/main">
              <a:ext uri="{FF2B5EF4-FFF2-40B4-BE49-F238E27FC236}">
                <a16:creationId xmlns:a16="http://schemas.microsoft.com/office/drawing/2014/main" id="{93D8138A-E538-4BD9-802A-6CAC613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교사</a:t>
            </a:r>
          </a:p>
        </p:txBody>
      </p:sp>
      <p:sp>
        <p:nvSpPr>
          <p:cNvPr id="9" name="block-14">
            <a:extLst xmlns:a="http://schemas.openxmlformats.org/drawingml/2006/main">
              <a:ext uri="{FF2B5EF4-FFF2-40B4-BE49-F238E27FC236}">
                <a16:creationId xmlns:a16="http://schemas.microsoft.com/office/drawing/2014/main" id="{84595AEE-5485-43A7-A5C5-831CC71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자료 준비와 학생 관리가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여러 도구에 흩어져 있습니다.</a:t>
            </a:r>
          </a:p>
        </p:txBody>
      </p:sp>
      <p:sp>
        <p:nvSpPr>
          <p:cNvPr id="10" name="block-15">
            <a:extLst xmlns:a="http://schemas.openxmlformats.org/drawingml/2006/main">
              <a:ext uri="{FF2B5EF4-FFF2-40B4-BE49-F238E27FC236}">
                <a16:creationId xmlns:a16="http://schemas.microsoft.com/office/drawing/2014/main" id="{0B72D6DD-86D0-4EDF-A4F3-634CE0E6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수업 준비 시간을 줄이고 싶습니다.</a:t>
            </a:r>
          </a:p>
        </p:txBody>
      </p:sp>
      <p:sp>
        <p:nvSpPr>
          <p:cNvPr id="11" name="block-16">
            <a:extLst xmlns:a="http://schemas.openxmlformats.org/drawingml/2006/main">
              <a:ext uri="{FF2B5EF4-FFF2-40B4-BE49-F238E27FC236}">
                <a16:creationId xmlns:a16="http://schemas.microsoft.com/office/drawing/2014/main" id="{1B81BEBA-D1A5-49B4-B5DE-3BF2EC91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초기 가설. 무료 수업 파일럿에서 실제 수요를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91716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lock-17">
            <a:extLst xmlns:a="http://schemas.openxmlformats.org/drawingml/2006/main">
              <a:ext uri="{FF2B5EF4-FFF2-40B4-BE49-F238E27FC236}">
                <a16:creationId xmlns:a16="http://schemas.microsoft.com/office/drawing/2014/main" id="{D2E45BC5-5333-48FE-9D0D-C90C437C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18">
            <a:extLst xmlns:a="http://schemas.openxmlformats.org/drawingml/2006/main">
              <a:ext uri="{FF2B5EF4-FFF2-40B4-BE49-F238E27FC236}">
                <a16:creationId xmlns:a16="http://schemas.microsoft.com/office/drawing/2014/main" id="{9B5F6946-2D19-4F92-BCE2-1FD9C4C8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3" name="block-19">
            <a:extLst xmlns:a="http://schemas.openxmlformats.org/drawingml/2006/main">
              <a:ext uri="{FF2B5EF4-FFF2-40B4-BE49-F238E27FC236}">
                <a16:creationId xmlns:a16="http://schemas.microsoft.com/office/drawing/2014/main" id="{17C57B2B-0246-4718-8BDD-4D38686D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자습과 수업을 연결하는 도구</a:t>
            </a:r>
          </a:p>
        </p:txBody>
      </p:sp>
      <p:sp>
        <p:nvSpPr>
          <p:cNvPr id="4" name="block-20">
            <a:extLst xmlns:a="http://schemas.openxmlformats.org/drawingml/2006/main">
              <a:ext uri="{FF2B5EF4-FFF2-40B4-BE49-F238E27FC236}">
                <a16:creationId xmlns:a16="http://schemas.microsoft.com/office/drawing/2014/main" id="{052011C9-2CD8-4BD1-8A21-423FD58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4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  <p:sp>
        <p:nvSpPr>
          <p:cNvPr id="5" name="block-21">
            <a:extLst xmlns:a="http://schemas.openxmlformats.org/drawingml/2006/main">
              <a:ext uri="{FF2B5EF4-FFF2-40B4-BE49-F238E27FC236}">
                <a16:creationId xmlns:a16="http://schemas.microsoft.com/office/drawing/2014/main" id="{7E6D6710-E74F-4AAF-AC54-8500B3EC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설명 언어</a:t>
            </a:r>
          </a:p>
        </p:txBody>
      </p:sp>
      <p:sp>
        <p:nvSpPr>
          <p:cNvPr id="6" name="block-22">
            <a:extLst xmlns:a="http://schemas.openxmlformats.org/drawingml/2006/main">
              <a:ext uri="{FF2B5EF4-FFF2-40B4-BE49-F238E27FC236}">
                <a16:creationId xmlns:a16="http://schemas.microsoft.com/office/drawing/2014/main" id="{F2D26307-716E-4F4D-8266-35ECEF3A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영어부터 네팔어·힌디어까지</a:t>
            </a:r>
          </a:p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운영 준비가 된 언어부터 시작</a:t>
            </a:r>
          </a:p>
        </p:txBody>
      </p:sp>
      <p:sp>
        <p:nvSpPr>
          <p:cNvPr id="7" name="block-23">
            <a:extLst xmlns:a="http://schemas.openxmlformats.org/drawingml/2006/main">
              <a:ext uri="{FF2B5EF4-FFF2-40B4-BE49-F238E27FC236}">
                <a16:creationId xmlns:a16="http://schemas.microsoft.com/office/drawing/2014/main" id="{F3634946-9AD4-4097-B2FF-2DEAEF3A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0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40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  <p:sp>
        <p:nvSpPr>
          <p:cNvPr id="8" name="block-24">
            <a:extLst xmlns:a="http://schemas.openxmlformats.org/drawingml/2006/main">
              <a:ext uri="{FF2B5EF4-FFF2-40B4-BE49-F238E27FC236}">
                <a16:creationId xmlns:a16="http://schemas.microsoft.com/office/drawing/2014/main" id="{224839E5-AD5C-4131-B20E-184F0B1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학습 활동</a:t>
            </a:r>
          </a:p>
        </p:txBody>
      </p:sp>
      <p:sp>
        <p:nvSpPr>
          <p:cNvPr id="9" name="block-25">
            <a:extLst xmlns:a="http://schemas.openxmlformats.org/drawingml/2006/main">
              <a:ext uri="{FF2B5EF4-FFF2-40B4-BE49-F238E27FC236}">
                <a16:creationId xmlns:a16="http://schemas.microsoft.com/office/drawing/2014/main" id="{F38FE0B3-F5D2-46BE-8B45-8AC91498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단어카드, 퀴즈, 받아쓰기 등</a:t>
            </a:r>
          </a:p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기존 활동의 품질을 먼저 개선</a:t>
            </a:r>
          </a:p>
        </p:txBody>
      </p:sp>
      <p:sp>
        <p:nvSpPr>
          <p:cNvPr id="10" name="block-26">
            <a:extLst xmlns:a="http://schemas.openxmlformats.org/drawingml/2006/main">
              <a:ext uri="{FF2B5EF4-FFF2-40B4-BE49-F238E27FC236}">
                <a16:creationId xmlns:a16="http://schemas.microsoft.com/office/drawing/2014/main" id="{3145254A-D7EA-464F-A372-339A5BC3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00" b="1">
                <a:solidFill>
                  <a:srgbClr val="F4B93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F4B93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400" b="1">
                <a:solidFill>
                  <a:srgbClr val="F4B934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1" name="block-27">
            <a:extLst xmlns:a="http://schemas.openxmlformats.org/drawingml/2006/main">
              <a:ext uri="{FF2B5EF4-FFF2-40B4-BE49-F238E27FC236}">
                <a16:creationId xmlns:a16="http://schemas.microsoft.com/office/drawing/2014/main" id="{96946A27-7A0C-4479-B4FA-CF08443E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연결된 학습 경험</a:t>
            </a:r>
          </a:p>
        </p:txBody>
      </p:sp>
      <p:sp>
        <p:nvSpPr>
          <p:cNvPr id="12" name="block-28">
            <a:extLst xmlns:a="http://schemas.openxmlformats.org/drawingml/2006/main">
              <a:ext uri="{FF2B5EF4-FFF2-40B4-BE49-F238E27FC236}">
                <a16:creationId xmlns:a16="http://schemas.microsoft.com/office/drawing/2014/main" id="{4ADCA9A7-2F6F-48E7-BC37-20B7CF9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공부한 단원을 수업에서 활용</a:t>
            </a:r>
          </a:p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수업 후에는 다시 복습</a:t>
            </a:r>
          </a:p>
        </p:txBody>
      </p:sp>
    </p:spTree>
    <p:extLst>
      <p:ext uri="{BB962C8B-B14F-4D97-AF65-F5344CB8AC3E}">
        <p14:creationId xmlns:p14="http://schemas.microsoft.com/office/powerpoint/2010/main" val="1475172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lock-29">
            <a:extLst xmlns:a="http://schemas.openxmlformats.org/drawingml/2006/main">
              <a:ext uri="{FF2B5EF4-FFF2-40B4-BE49-F238E27FC236}">
                <a16:creationId xmlns:a16="http://schemas.microsoft.com/office/drawing/2014/main" id="{FAC95807-2BB1-4174-8279-6B9D1A0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30">
            <a:extLst xmlns:a="http://schemas.openxmlformats.org/drawingml/2006/main">
              <a:ext uri="{FF2B5EF4-FFF2-40B4-BE49-F238E27FC236}">
                <a16:creationId xmlns:a16="http://schemas.microsoft.com/office/drawing/2014/main" id="{D8024E39-B433-495B-B5E2-A6EE7A8C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3" name="block-31">
            <a:extLst xmlns:a="http://schemas.openxmlformats.org/drawingml/2006/main">
              <a:ext uri="{FF2B5EF4-FFF2-40B4-BE49-F238E27FC236}">
                <a16:creationId xmlns:a16="http://schemas.microsoft.com/office/drawing/2014/main" id="{CDBA141F-A48C-4EEE-AFE4-5C956FE2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학생의 첫 수업까지</a:t>
            </a:r>
          </a:p>
        </p:txBody>
      </p:sp>
      <p:sp>
        <p:nvSpPr>
          <p:cNvPr id="4" name="block-32">
            <a:extLst xmlns:a="http://schemas.openxmlformats.org/drawingml/2006/main">
              <a:ext uri="{FF2B5EF4-FFF2-40B4-BE49-F238E27FC236}">
                <a16:creationId xmlns:a16="http://schemas.microsoft.com/office/drawing/2014/main" id="{98A698AF-B067-4284-9134-AA8E76A7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5" name="block-33">
            <a:extLst xmlns:a="http://schemas.openxmlformats.org/drawingml/2006/main">
              <a:ext uri="{FF2B5EF4-FFF2-40B4-BE49-F238E27FC236}">
                <a16:creationId xmlns:a16="http://schemas.microsoft.com/office/drawing/2014/main" id="{3E936154-000F-4AF3-8BBF-C67A7BCC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6" name="block-34">
            <a:extLst xmlns:a="http://schemas.openxmlformats.org/drawingml/2006/main">
              <a:ext uri="{FF2B5EF4-FFF2-40B4-BE49-F238E27FC236}">
                <a16:creationId xmlns:a16="http://schemas.microsoft.com/office/drawing/2014/main" id="{217273D1-0781-4F8E-84E1-9C1E918D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가입</a:t>
            </a:r>
          </a:p>
        </p:txBody>
      </p:sp>
      <p:sp>
        <p:nvSpPr>
          <p:cNvPr id="7" name="block-35">
            <a:extLst xmlns:a="http://schemas.openxmlformats.org/drawingml/2006/main">
              <a:ext uri="{FF2B5EF4-FFF2-40B4-BE49-F238E27FC236}">
                <a16:creationId xmlns:a16="http://schemas.microsoft.com/office/drawing/2014/main" id="{36B4D76C-C5F8-4AE7-9CA3-BAAF28F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52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언어·시간대 선택</a:t>
            </a:r>
          </a:p>
        </p:txBody>
      </p:sp>
      <p:sp>
        <p:nvSpPr>
          <p:cNvPr id="8" name="block-36">
            <a:extLst xmlns:a="http://schemas.openxmlformats.org/drawingml/2006/main">
              <a:ext uri="{FF2B5EF4-FFF2-40B4-BE49-F238E27FC236}">
                <a16:creationId xmlns:a16="http://schemas.microsoft.com/office/drawing/2014/main" id="{005AEC3C-D57F-4A3E-AFE1-5DB3A94A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146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9" name="block-37">
            <a:extLst xmlns:a="http://schemas.openxmlformats.org/drawingml/2006/main">
              <a:ext uri="{FF2B5EF4-FFF2-40B4-BE49-F238E27FC236}">
                <a16:creationId xmlns:a16="http://schemas.microsoft.com/office/drawing/2014/main" id="{2F3A90DD-E983-4F2C-AD1E-9BCBF2C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86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10" name="block-38">
            <a:extLst xmlns:a="http://schemas.openxmlformats.org/drawingml/2006/main">
              <a:ext uri="{FF2B5EF4-FFF2-40B4-BE49-F238E27FC236}">
                <a16:creationId xmlns:a16="http://schemas.microsoft.com/office/drawing/2014/main" id="{1727104E-F35C-4313-8750-3C61F6FD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8600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1" name="block-39">
            <a:extLst xmlns:a="http://schemas.openxmlformats.org/drawingml/2006/main">
              <a:ext uri="{FF2B5EF4-FFF2-40B4-BE49-F238E27FC236}">
                <a16:creationId xmlns:a16="http://schemas.microsoft.com/office/drawing/2014/main" id="{2BFC5D4F-BB4F-41EC-B669-2946E2B4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195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자습</a:t>
            </a:r>
          </a:p>
        </p:txBody>
      </p:sp>
      <p:sp>
        <p:nvSpPr>
          <p:cNvPr id="12" name="block-40">
            <a:extLst xmlns:a="http://schemas.openxmlformats.org/drawingml/2006/main">
              <a:ext uri="{FF2B5EF4-FFF2-40B4-BE49-F238E27FC236}">
                <a16:creationId xmlns:a16="http://schemas.microsoft.com/office/drawing/2014/main" id="{AE40854D-9842-4B96-A277-73061CA3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52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공용 단원 학습</a:t>
            </a:r>
          </a:p>
        </p:txBody>
      </p:sp>
      <p:sp>
        <p:nvSpPr>
          <p:cNvPr id="13" name="block-41">
            <a:extLst xmlns:a="http://schemas.openxmlformats.org/drawingml/2006/main">
              <a:ext uri="{FF2B5EF4-FFF2-40B4-BE49-F238E27FC236}">
                <a16:creationId xmlns:a16="http://schemas.microsoft.com/office/drawing/2014/main" id="{997E0776-9FFA-42E0-B161-9E1F38E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146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14" name="block-42">
            <a:extLst xmlns:a="http://schemas.openxmlformats.org/drawingml/2006/main">
              <a:ext uri="{FF2B5EF4-FFF2-40B4-BE49-F238E27FC236}">
                <a16:creationId xmlns:a16="http://schemas.microsoft.com/office/drawing/2014/main" id="{23E41DAE-D7E8-4BC3-BD66-BB9F51A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15" name="block-43">
            <a:extLst xmlns:a="http://schemas.openxmlformats.org/drawingml/2006/main">
              <a:ext uri="{FF2B5EF4-FFF2-40B4-BE49-F238E27FC236}">
                <a16:creationId xmlns:a16="http://schemas.microsoft.com/office/drawing/2014/main" id="{6C2043F8-168A-4D80-B350-88D92025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6" name="block-44">
            <a:extLst xmlns:a="http://schemas.openxmlformats.org/drawingml/2006/main">
              <a:ext uri="{FF2B5EF4-FFF2-40B4-BE49-F238E27FC236}">
                <a16:creationId xmlns:a16="http://schemas.microsoft.com/office/drawing/2014/main" id="{2E3735A1-8986-418F-8FD0-30BB9966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교사 연결</a:t>
            </a:r>
          </a:p>
        </p:txBody>
      </p:sp>
      <p:sp>
        <p:nvSpPr>
          <p:cNvPr id="17" name="block-45">
            <a:extLst xmlns:a="http://schemas.openxmlformats.org/drawingml/2006/main">
              <a:ext uri="{FF2B5EF4-FFF2-40B4-BE49-F238E27FC236}">
                <a16:creationId xmlns:a16="http://schemas.microsoft.com/office/drawing/2014/main" id="{8EB95080-FDBC-4674-B8EE-A9BF1855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52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신청과 수락</a:t>
            </a:r>
          </a:p>
        </p:txBody>
      </p:sp>
      <p:sp>
        <p:nvSpPr>
          <p:cNvPr id="18" name="block-46">
            <a:extLst xmlns:a="http://schemas.openxmlformats.org/drawingml/2006/main">
              <a:ext uri="{FF2B5EF4-FFF2-40B4-BE49-F238E27FC236}">
                <a16:creationId xmlns:a16="http://schemas.microsoft.com/office/drawing/2014/main" id="{6D512F1D-0DD1-40A1-AEBF-0D12CF99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146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19" name="block-47">
            <a:extLst xmlns:a="http://schemas.openxmlformats.org/drawingml/2006/main">
              <a:ext uri="{FF2B5EF4-FFF2-40B4-BE49-F238E27FC236}">
                <a16:creationId xmlns:a16="http://schemas.microsoft.com/office/drawing/2014/main" id="{43C9E611-8CD6-4D25-9B9B-F058DF8B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20" name="block-48">
            <a:extLst xmlns:a="http://schemas.openxmlformats.org/drawingml/2006/main">
              <a:ext uri="{FF2B5EF4-FFF2-40B4-BE49-F238E27FC236}">
                <a16:creationId xmlns:a16="http://schemas.microsoft.com/office/drawing/2014/main" id="{2FBA2581-9954-4D9E-A639-F4DC8961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1" name="block-49">
            <a:extLst xmlns:a="http://schemas.openxmlformats.org/drawingml/2006/main">
              <a:ext uri="{FF2B5EF4-FFF2-40B4-BE49-F238E27FC236}">
                <a16:creationId xmlns:a16="http://schemas.microsoft.com/office/drawing/2014/main" id="{E84E42E9-EBF0-494C-84DD-CF62A2B2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195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일정 확정</a:t>
            </a:r>
          </a:p>
        </p:txBody>
      </p:sp>
      <p:sp>
        <p:nvSpPr>
          <p:cNvPr id="22" name="block-50">
            <a:extLst xmlns:a="http://schemas.openxmlformats.org/drawingml/2006/main">
              <a:ext uri="{FF2B5EF4-FFF2-40B4-BE49-F238E27FC236}">
                <a16:creationId xmlns:a16="http://schemas.microsoft.com/office/drawing/2014/main" id="{47F90E31-6FD8-4E32-96D4-806CFEE3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52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양측 시간 확인</a:t>
            </a:r>
          </a:p>
        </p:txBody>
      </p:sp>
      <p:sp>
        <p:nvSpPr>
          <p:cNvPr id="23" name="block-51">
            <a:extLst xmlns:a="http://schemas.openxmlformats.org/drawingml/2006/main">
              <a:ext uri="{FF2B5EF4-FFF2-40B4-BE49-F238E27FC236}">
                <a16:creationId xmlns:a16="http://schemas.microsoft.com/office/drawing/2014/main" id="{E5880A24-F138-44EA-8E55-31D33CD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146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24" name="block-52">
            <a:extLst xmlns:a="http://schemas.openxmlformats.org/drawingml/2006/main">
              <a:ext uri="{FF2B5EF4-FFF2-40B4-BE49-F238E27FC236}">
                <a16:creationId xmlns:a16="http://schemas.microsoft.com/office/drawing/2014/main" id="{F00BDC29-D926-46D4-8212-10220A0D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86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F50"/>
          </a:solidFill>
          <a:ln xmlns:a="http://schemas.openxmlformats.org/drawingml/2006/main" w="0">
            <a:noFill/>
          </a:ln>
        </p:spPr>
      </p:sp>
      <p:sp>
        <p:nvSpPr>
          <p:cNvPr id="25" name="block-53">
            <a:extLst xmlns:a="http://schemas.openxmlformats.org/drawingml/2006/main">
              <a:ext uri="{FF2B5EF4-FFF2-40B4-BE49-F238E27FC236}">
                <a16:creationId xmlns:a16="http://schemas.microsoft.com/office/drawing/2014/main" id="{0249B7D3-7B11-4022-AF54-D88A0D8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8600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26" name="block-54">
            <a:extLst xmlns:a="http://schemas.openxmlformats.org/drawingml/2006/main">
              <a:ext uri="{FF2B5EF4-FFF2-40B4-BE49-F238E27FC236}">
                <a16:creationId xmlns:a16="http://schemas.microsoft.com/office/drawing/2014/main" id="{81FA0204-02B5-49BE-9C94-3C35EB9C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195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수업 완료</a:t>
            </a:r>
          </a:p>
        </p:txBody>
      </p:sp>
      <p:sp>
        <p:nvSpPr>
          <p:cNvPr id="27" name="block-55">
            <a:extLst xmlns:a="http://schemas.openxmlformats.org/drawingml/2006/main">
              <a:ext uri="{FF2B5EF4-FFF2-40B4-BE49-F238E27FC236}">
                <a16:creationId xmlns:a16="http://schemas.microsoft.com/office/drawing/2014/main" id="{6830A079-35A7-49B3-BDA9-5ED4235D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52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참여 결과 확인</a:t>
            </a:r>
          </a:p>
        </p:txBody>
      </p:sp>
      <p:sp>
        <p:nvSpPr>
          <p:cNvPr id="28" name="block-56">
            <a:extLst xmlns:a="http://schemas.openxmlformats.org/drawingml/2006/main">
              <a:ext uri="{FF2B5EF4-FFF2-40B4-BE49-F238E27FC236}">
                <a16:creationId xmlns:a16="http://schemas.microsoft.com/office/drawing/2014/main" id="{361C1876-4972-4963-9526-62A30591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수락, 예약, 출석을 각각 기록해야 실제 수업 성사를 알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80330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lock-57">
            <a:extLst xmlns:a="http://schemas.openxmlformats.org/drawingml/2006/main">
              <a:ext uri="{FF2B5EF4-FFF2-40B4-BE49-F238E27FC236}">
                <a16:creationId xmlns:a16="http://schemas.microsoft.com/office/drawing/2014/main" id="{4BBD00A5-C5C6-4732-B63D-9CF0AA42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58">
            <a:extLst xmlns:a="http://schemas.openxmlformats.org/drawingml/2006/main">
              <a:ext uri="{FF2B5EF4-FFF2-40B4-BE49-F238E27FC236}">
                <a16:creationId xmlns:a16="http://schemas.microsoft.com/office/drawing/2014/main" id="{D6959831-964D-4C4E-95E1-2E6A23DC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3" name="block-59">
            <a:extLst xmlns:a="http://schemas.openxmlformats.org/drawingml/2006/main">
              <a:ext uri="{FF2B5EF4-FFF2-40B4-BE49-F238E27FC236}">
                <a16:creationId xmlns:a16="http://schemas.microsoft.com/office/drawing/2014/main" id="{B6CF6255-D070-4960-9C76-2195B194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교사를 먼저 모으는 이유</a:t>
            </a:r>
          </a:p>
        </p:txBody>
      </p:sp>
      <p:sp>
        <p:nvSpPr>
          <p:cNvPr id="4" name="block-60">
            <a:extLst xmlns:a="http://schemas.openxmlformats.org/drawingml/2006/main">
              <a:ext uri="{FF2B5EF4-FFF2-40B4-BE49-F238E27FC236}">
                <a16:creationId xmlns:a16="http://schemas.microsoft.com/office/drawing/2014/main" id="{2D990227-E297-40CB-8AB5-8EE5731A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자료를 만들고</a:t>
            </a:r>
          </a:p>
          <a:p xmlns:a="http://schemas.openxmlformats.org/drawingml/2006/main">
            <a:pPr algn="l">
              <a:defRPr sz="33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학생을 관리하는</a:t>
            </a:r>
          </a:p>
          <a:p xmlns:a="http://schemas.openxmlformats.org/drawingml/2006/main">
            <a:pPr algn="l">
              <a:defRPr sz="33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도구부터 제공합니다.</a:t>
            </a:r>
          </a:p>
        </p:txBody>
      </p:sp>
      <p:sp>
        <p:nvSpPr>
          <p:cNvPr id="5" name="block-61">
            <a:extLst xmlns:a="http://schemas.openxmlformats.org/drawingml/2006/main">
              <a:ext uri="{FF2B5EF4-FFF2-40B4-BE49-F238E27FC236}">
                <a16:creationId xmlns:a16="http://schemas.microsoft.com/office/drawing/2014/main" id="{07E1E167-C17A-4935-9CCA-995DBE69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6" name="block-62">
            <a:extLst xmlns:a="http://schemas.openxmlformats.org/drawingml/2006/main">
              <a:ext uri="{FF2B5EF4-FFF2-40B4-BE49-F238E27FC236}">
                <a16:creationId xmlns:a16="http://schemas.microsoft.com/office/drawing/2014/main" id="{6D950708-3F93-41C5-B2E3-04C2EE33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block-63">
            <a:extLst xmlns:a="http://schemas.openxmlformats.org/drawingml/2006/main">
              <a:ext uri="{FF2B5EF4-FFF2-40B4-BE49-F238E27FC236}">
                <a16:creationId xmlns:a16="http://schemas.microsoft.com/office/drawing/2014/main" id="{65FDB03E-BD27-4699-A24A-110EC39C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669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교사용 도구</a:t>
            </a:r>
          </a:p>
        </p:txBody>
      </p:sp>
      <p:sp>
        <p:nvSpPr>
          <p:cNvPr id="8" name="block-64">
            <a:extLst xmlns:a="http://schemas.openxmlformats.org/drawingml/2006/main">
              <a:ext uri="{FF2B5EF4-FFF2-40B4-BE49-F238E27FC236}">
                <a16:creationId xmlns:a16="http://schemas.microsoft.com/office/drawing/2014/main" id="{3268E1C1-F40E-4876-ACA7-0BBDC9DA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단원 제작과 진도 관리</a:t>
            </a:r>
          </a:p>
        </p:txBody>
      </p:sp>
      <p:sp>
        <p:nvSpPr>
          <p:cNvPr id="9" name="block-65">
            <a:extLst xmlns:a="http://schemas.openxmlformats.org/drawingml/2006/main">
              <a:ext uri="{FF2B5EF4-FFF2-40B4-BE49-F238E27FC236}">
                <a16:creationId xmlns:a16="http://schemas.microsoft.com/office/drawing/2014/main" id="{5F933B14-73F5-406C-B812-BDF3CBA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7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10" name="block-66">
            <a:extLst xmlns:a="http://schemas.openxmlformats.org/drawingml/2006/main">
              <a:ext uri="{FF2B5EF4-FFF2-40B4-BE49-F238E27FC236}">
                <a16:creationId xmlns:a16="http://schemas.microsoft.com/office/drawing/2014/main" id="{E0E960E3-0DA6-4225-BCC2-CD92743E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7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block-67">
            <a:extLst xmlns:a="http://schemas.openxmlformats.org/drawingml/2006/main">
              <a:ext uri="{FF2B5EF4-FFF2-40B4-BE49-F238E27FC236}">
                <a16:creationId xmlns:a16="http://schemas.microsoft.com/office/drawing/2014/main" id="{15B0A0E1-4B6A-4B23-9123-B896D167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38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기존 학생과 사용</a:t>
            </a:r>
          </a:p>
        </p:txBody>
      </p:sp>
      <p:sp>
        <p:nvSpPr>
          <p:cNvPr id="12" name="block-68">
            <a:extLst xmlns:a="http://schemas.openxmlformats.org/drawingml/2006/main">
              <a:ext uri="{FF2B5EF4-FFF2-40B4-BE49-F238E27FC236}">
                <a16:creationId xmlns:a16="http://schemas.microsoft.com/office/drawing/2014/main" id="{0A9148A3-0CF6-4D81-BEDA-EFE242A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623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실제 수업에서 도구 검증</a:t>
            </a:r>
          </a:p>
        </p:txBody>
      </p:sp>
      <p:sp>
        <p:nvSpPr>
          <p:cNvPr id="13" name="block-69">
            <a:extLst xmlns:a="http://schemas.openxmlformats.org/drawingml/2006/main">
              <a:ext uri="{FF2B5EF4-FFF2-40B4-BE49-F238E27FC236}">
                <a16:creationId xmlns:a16="http://schemas.microsoft.com/office/drawing/2014/main" id="{1D4BCFB5-5750-45C3-A68D-3D5E73DD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14" name="block-70">
            <a:extLst xmlns:a="http://schemas.openxmlformats.org/drawingml/2006/main">
              <a:ext uri="{FF2B5EF4-FFF2-40B4-BE49-F238E27FC236}">
                <a16:creationId xmlns:a16="http://schemas.microsoft.com/office/drawing/2014/main" id="{9D2BD0B3-78F3-47A3-825B-7FDF5A71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block-71">
            <a:extLst xmlns:a="http://schemas.openxmlformats.org/drawingml/2006/main">
              <a:ext uri="{FF2B5EF4-FFF2-40B4-BE49-F238E27FC236}">
                <a16:creationId xmlns:a16="http://schemas.microsoft.com/office/drawing/2014/main" id="{FB5CC011-5315-4B04-9930-B36F28A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100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신규 학생 연결</a:t>
            </a:r>
          </a:p>
        </p:txBody>
      </p:sp>
      <p:sp>
        <p:nvSpPr>
          <p:cNvPr id="16" name="block-72">
            <a:extLst xmlns:a="http://schemas.openxmlformats.org/drawingml/2006/main">
              <a:ext uri="{FF2B5EF4-FFF2-40B4-BE49-F238E27FC236}">
                <a16:creationId xmlns:a16="http://schemas.microsoft.com/office/drawing/2014/main" id="{BF34F387-F008-4F98-96EB-78829DD2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33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공개 프로필과 신청 수락</a:t>
            </a:r>
          </a:p>
        </p:txBody>
      </p:sp>
      <p:sp>
        <p:nvSpPr>
          <p:cNvPr id="17" name="block-73">
            <a:extLst xmlns:a="http://schemas.openxmlformats.org/drawingml/2006/main">
              <a:ext uri="{FF2B5EF4-FFF2-40B4-BE49-F238E27FC236}">
                <a16:creationId xmlns:a16="http://schemas.microsoft.com/office/drawing/2014/main" id="{97793C81-7E47-4A2A-91FA-74E4120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공개 교사 수와 함께 언어별 제공 가능 시간을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67371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lock-74">
            <a:extLst xmlns:a="http://schemas.openxmlformats.org/drawingml/2006/main">
              <a:ext uri="{FF2B5EF4-FFF2-40B4-BE49-F238E27FC236}">
                <a16:creationId xmlns:a16="http://schemas.microsoft.com/office/drawing/2014/main" id="{476F131E-3095-49F7-9D0F-8FCC8C3D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75">
            <a:extLst xmlns:a="http://schemas.openxmlformats.org/drawingml/2006/main">
              <a:ext uri="{FF2B5EF4-FFF2-40B4-BE49-F238E27FC236}">
                <a16:creationId xmlns:a16="http://schemas.microsoft.com/office/drawing/2014/main" id="{B30B1E12-7A8E-43BD-8E0D-C5EB85A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3" name="block-76">
            <a:extLst xmlns:a="http://schemas.openxmlformats.org/drawingml/2006/main">
              <a:ext uri="{FF2B5EF4-FFF2-40B4-BE49-F238E27FC236}">
                <a16:creationId xmlns:a16="http://schemas.microsoft.com/office/drawing/2014/main" id="{276B1AA1-F95C-4D9E-A0F3-FB348AE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휴대폰에서 끝낼 수 있는 핵심 경험</a:t>
            </a:r>
          </a:p>
        </p:txBody>
      </p:sp>
      <p:sp>
        <p:nvSpPr>
          <p:cNvPr id="4" name="block-77">
            <a:extLst xmlns:a="http://schemas.openxmlformats.org/drawingml/2006/main">
              <a:ext uri="{FF2B5EF4-FFF2-40B4-BE49-F238E27FC236}">
                <a16:creationId xmlns:a16="http://schemas.microsoft.com/office/drawing/2014/main" id="{4DCE622B-6C7B-43A0-834B-E74295E0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5" name="block-78">
            <a:extLst xmlns:a="http://schemas.openxmlformats.org/drawingml/2006/main">
              <a:ext uri="{FF2B5EF4-FFF2-40B4-BE49-F238E27FC236}">
                <a16:creationId xmlns:a16="http://schemas.microsoft.com/office/drawing/2014/main" id="{FDF1D25E-C7EB-4542-84FE-9F415CD8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6" name="block-79">
            <a:extLst xmlns:a="http://schemas.openxmlformats.org/drawingml/2006/main">
              <a:ext uri="{FF2B5EF4-FFF2-40B4-BE49-F238E27FC236}">
                <a16:creationId xmlns:a16="http://schemas.microsoft.com/office/drawing/2014/main" id="{3DCB60DB-2115-49EB-970C-3A6E6D94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이어서 공부</a:t>
            </a:r>
          </a:p>
        </p:txBody>
      </p:sp>
      <p:sp>
        <p:nvSpPr>
          <p:cNvPr id="7" name="block-80">
            <a:extLst xmlns:a="http://schemas.openxmlformats.org/drawingml/2006/main">
              <a:ext uri="{FF2B5EF4-FFF2-40B4-BE49-F238E27FC236}">
                <a16:creationId xmlns:a16="http://schemas.microsoft.com/office/drawing/2014/main" id="{15A24C36-9E3F-47BB-8B4A-F260A256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내 수준에 맞는 단원과</a:t>
            </a:r>
          </a:p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지난 학습 기록</a:t>
            </a:r>
          </a:p>
        </p:txBody>
      </p:sp>
      <p:sp>
        <p:nvSpPr>
          <p:cNvPr id="8" name="block-81">
            <a:extLst xmlns:a="http://schemas.openxmlformats.org/drawingml/2006/main">
              <a:ext uri="{FF2B5EF4-FFF2-40B4-BE49-F238E27FC236}">
                <a16:creationId xmlns:a16="http://schemas.microsoft.com/office/drawing/2014/main" id="{B6EE4110-DA6E-4D76-8E39-6E8A58F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9" name="block-82">
            <a:extLst xmlns:a="http://schemas.openxmlformats.org/drawingml/2006/main">
              <a:ext uri="{FF2B5EF4-FFF2-40B4-BE49-F238E27FC236}">
                <a16:creationId xmlns:a16="http://schemas.microsoft.com/office/drawing/2014/main" id="{8604A19F-E0EF-4227-8179-4384E94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0" name="block-83">
            <a:extLst xmlns:a="http://schemas.openxmlformats.org/drawingml/2006/main">
              <a:ext uri="{FF2B5EF4-FFF2-40B4-BE49-F238E27FC236}">
                <a16:creationId xmlns:a16="http://schemas.microsoft.com/office/drawing/2014/main" id="{7E95637C-CF7A-4FDF-ADF2-E0DCD45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선생님 찾기</a:t>
            </a:r>
          </a:p>
        </p:txBody>
      </p:sp>
      <p:sp>
        <p:nvSpPr>
          <p:cNvPr id="11" name="block-84">
            <a:extLst xmlns:a="http://schemas.openxmlformats.org/drawingml/2006/main">
              <a:ext uri="{FF2B5EF4-FFF2-40B4-BE49-F238E27FC236}">
                <a16:creationId xmlns:a16="http://schemas.microsoft.com/office/drawing/2014/main" id="{77748EE0-2D48-40CD-80A5-1ED7D0A7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설명 언어와 가능 시간</a:t>
            </a:r>
          </a:p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신청 상태 확인</a:t>
            </a:r>
          </a:p>
        </p:txBody>
      </p:sp>
      <p:sp>
        <p:nvSpPr>
          <p:cNvPr id="12" name="block-85">
            <a:extLst xmlns:a="http://schemas.openxmlformats.org/drawingml/2006/main">
              <a:ext uri="{FF2B5EF4-FFF2-40B4-BE49-F238E27FC236}">
                <a16:creationId xmlns:a16="http://schemas.microsoft.com/office/drawing/2014/main" id="{8A98B8A0-69EC-4D90-9748-CB56C6AA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13" name="block-86">
            <a:extLst xmlns:a="http://schemas.openxmlformats.org/drawingml/2006/main">
              <a:ext uri="{FF2B5EF4-FFF2-40B4-BE49-F238E27FC236}">
                <a16:creationId xmlns:a16="http://schemas.microsoft.com/office/drawing/2014/main" id="{E6B6BADA-1A21-405F-8F1F-8EFCF06E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4" name="block-87">
            <a:extLst xmlns:a="http://schemas.openxmlformats.org/drawingml/2006/main">
              <a:ext uri="{FF2B5EF4-FFF2-40B4-BE49-F238E27FC236}">
                <a16:creationId xmlns:a16="http://schemas.microsoft.com/office/drawing/2014/main" id="{BD1BB5EE-5A20-480F-8D62-AC2D395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다음 수업</a:t>
            </a:r>
          </a:p>
        </p:txBody>
      </p:sp>
      <p:sp>
        <p:nvSpPr>
          <p:cNvPr id="15" name="block-88">
            <a:extLst xmlns:a="http://schemas.openxmlformats.org/drawingml/2006/main">
              <a:ext uri="{FF2B5EF4-FFF2-40B4-BE49-F238E27FC236}">
                <a16:creationId xmlns:a16="http://schemas.microsoft.com/office/drawing/2014/main" id="{F9AE974E-0649-470A-865E-69432D76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내 시간대의 일정과</a:t>
            </a:r>
          </a:p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입장·취소 방법</a:t>
            </a:r>
          </a:p>
        </p:txBody>
      </p:sp>
      <p:sp>
        <p:nvSpPr>
          <p:cNvPr id="16" name="block-89">
            <a:extLst xmlns:a="http://schemas.openxmlformats.org/drawingml/2006/main">
              <a:ext uri="{FF2B5EF4-FFF2-40B4-BE49-F238E27FC236}">
                <a16:creationId xmlns:a16="http://schemas.microsoft.com/office/drawing/2014/main" id="{2F6442C5-0F0C-4A79-98BC-AEF89924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17" name="block-90">
            <a:extLst xmlns:a="http://schemas.openxmlformats.org/drawingml/2006/main">
              <a:ext uri="{FF2B5EF4-FFF2-40B4-BE49-F238E27FC236}">
                <a16:creationId xmlns:a16="http://schemas.microsoft.com/office/drawing/2014/main" id="{EBB01EB1-6A40-4BF8-91D6-1499B03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18" name="block-91">
            <a:extLst xmlns:a="http://schemas.openxmlformats.org/drawingml/2006/main">
              <a:ext uri="{FF2B5EF4-FFF2-40B4-BE49-F238E27FC236}">
                <a16:creationId xmlns:a16="http://schemas.microsoft.com/office/drawing/2014/main" id="{0F385B7C-F74A-4FA7-9227-F28F6152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도움 요청</a:t>
            </a:r>
          </a:p>
        </p:txBody>
      </p:sp>
      <p:sp>
        <p:nvSpPr>
          <p:cNvPr id="19" name="block-92">
            <a:extLst xmlns:a="http://schemas.openxmlformats.org/drawingml/2006/main">
              <a:ext uri="{FF2B5EF4-FFF2-40B4-BE49-F238E27FC236}">
                <a16:creationId xmlns:a16="http://schemas.microsoft.com/office/drawing/2014/main" id="{1381B258-BC50-4C0C-8F53-CF525F2D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671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저장 실패 재시도와</a:t>
            </a:r>
          </a:p>
          <a:p xmlns:a="http://schemas.openxmlformats.org/drawingml/2006/main">
            <a:pPr algn="l">
              <a:def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문제 신고</a:t>
            </a:r>
          </a:p>
        </p:txBody>
      </p:sp>
      <p:sp>
        <p:nvSpPr>
          <p:cNvPr id="20" name="block-93">
            <a:extLst xmlns:a="http://schemas.openxmlformats.org/drawingml/2006/main">
              <a:ext uri="{FF2B5EF4-FFF2-40B4-BE49-F238E27FC236}">
                <a16:creationId xmlns:a16="http://schemas.microsoft.com/office/drawing/2014/main" id="{4C60D02D-64CD-411F-B94A-5854D5F9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설명 언어별로 핵심 흐름 전체를 번역하고 검수합니다.</a:t>
            </a:r>
          </a:p>
        </p:txBody>
      </p:sp>
    </p:spTree>
    <p:extLst>
      <p:ext uri="{BB962C8B-B14F-4D97-AF65-F5344CB8AC3E}">
        <p14:creationId xmlns:p14="http://schemas.microsoft.com/office/powerpoint/2010/main" val="2936362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9B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lock-94">
            <a:extLst xmlns:a="http://schemas.openxmlformats.org/drawingml/2006/main">
              <a:ext uri="{FF2B5EF4-FFF2-40B4-BE49-F238E27FC236}">
                <a16:creationId xmlns:a16="http://schemas.microsoft.com/office/drawing/2014/main" id="{09C2D91D-9C93-4A96-9CD1-A0290E4C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95">
            <a:extLst xmlns:a="http://schemas.openxmlformats.org/drawingml/2006/main">
              <a:ext uri="{FF2B5EF4-FFF2-40B4-BE49-F238E27FC236}">
                <a16:creationId xmlns:a16="http://schemas.microsoft.com/office/drawing/2014/main" id="{1B902238-3527-428E-8EBF-EBCDAC0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3" name="block-96">
            <a:extLst xmlns:a="http://schemas.openxmlformats.org/drawingml/2006/main">
              <a:ext uri="{FF2B5EF4-FFF2-40B4-BE49-F238E27FC236}">
                <a16:creationId xmlns:a16="http://schemas.microsoft.com/office/drawing/2014/main" id="{2861B303-FC50-4B2D-8437-687BDCA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첫 실험은 무료 수업</a:t>
            </a:r>
          </a:p>
        </p:txBody>
      </p:sp>
      <p:sp>
        <p:nvSpPr>
          <p:cNvPr id="4" name="block-97">
            <a:extLst xmlns:a="http://schemas.openxmlformats.org/drawingml/2006/main">
              <a:ext uri="{FF2B5EF4-FFF2-40B4-BE49-F238E27FC236}">
                <a16:creationId xmlns:a16="http://schemas.microsoft.com/office/drawing/2014/main" id="{0EE4B23A-1BCE-4F5D-9262-1238D358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9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1:1</a:t>
            </a:r>
          </a:p>
        </p:txBody>
      </p:sp>
      <p:sp>
        <p:nvSpPr>
          <p:cNvPr id="5" name="block-98">
            <a:extLst xmlns:a="http://schemas.openxmlformats.org/drawingml/2006/main">
              <a:ext uri="{FF2B5EF4-FFF2-40B4-BE49-F238E27FC236}">
                <a16:creationId xmlns:a16="http://schemas.microsoft.com/office/drawing/2014/main" id="{A97656A8-7713-43C6-9A0F-7463E61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542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30분 수업 후보</a:t>
            </a:r>
          </a:p>
        </p:txBody>
      </p:sp>
      <p:sp>
        <p:nvSpPr>
          <p:cNvPr id="6" name="block-99">
            <a:extLst xmlns:a="http://schemas.openxmlformats.org/drawingml/2006/main">
              <a:ext uri="{FF2B5EF4-FFF2-40B4-BE49-F238E27FC236}">
                <a16:creationId xmlns:a16="http://schemas.microsoft.com/office/drawing/2014/main" id="{588A1783-D78B-4324-8F10-522F269C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권고안. 수업 형태와 길이는 운영자 확정 전입니다.</a:t>
            </a:r>
          </a:p>
        </p:txBody>
      </p:sp>
      <p:sp>
        <p:nvSpPr>
          <p:cNvPr id="7" name="block-100">
            <a:extLst xmlns:a="http://schemas.openxmlformats.org/drawingml/2006/main">
              <a:ext uri="{FF2B5EF4-FFF2-40B4-BE49-F238E27FC236}">
                <a16:creationId xmlns:a16="http://schemas.microsoft.com/office/drawing/2014/main" id="{10173F4D-75A1-4B20-8A91-50923F0D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일정 합의</a:t>
            </a:r>
          </a:p>
        </p:txBody>
      </p:sp>
      <p:sp>
        <p:nvSpPr>
          <p:cNvPr id="8" name="block-101">
            <a:extLst xmlns:a="http://schemas.openxmlformats.org/drawingml/2006/main">
              <a:ext uri="{FF2B5EF4-FFF2-40B4-BE49-F238E27FC236}">
                <a16:creationId xmlns:a16="http://schemas.microsoft.com/office/drawing/2014/main" id="{58219546-1FC5-470F-859B-3932A5FE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학생이 시간을 확인합니다.</a:t>
            </a:r>
          </a:p>
        </p:txBody>
      </p:sp>
      <p:sp>
        <p:nvSpPr>
          <p:cNvPr id="9" name="block-102">
            <a:extLst xmlns:a="http://schemas.openxmlformats.org/drawingml/2006/main">
              <a:ext uri="{FF2B5EF4-FFF2-40B4-BE49-F238E27FC236}">
                <a16:creationId xmlns:a16="http://schemas.microsoft.com/office/drawing/2014/main" id="{B63A3581-6C7B-421E-A452-1FE7170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완료 확인</a:t>
            </a:r>
          </a:p>
        </p:txBody>
      </p:sp>
      <p:sp>
        <p:nvSpPr>
          <p:cNvPr id="10" name="block-103">
            <a:extLst xmlns:a="http://schemas.openxmlformats.org/drawingml/2006/main">
              <a:ext uri="{FF2B5EF4-FFF2-40B4-BE49-F238E27FC236}">
                <a16:creationId xmlns:a16="http://schemas.microsoft.com/office/drawing/2014/main" id="{3B0F48DF-BFD5-49C1-A732-15D500C6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교사와 학생이 결과를 남깁니다.</a:t>
            </a:r>
          </a:p>
        </p:txBody>
      </p:sp>
      <p:sp>
        <p:nvSpPr>
          <p:cNvPr id="11" name="block-104">
            <a:extLst xmlns:a="http://schemas.openxmlformats.org/drawingml/2006/main">
              <a:ext uri="{FF2B5EF4-FFF2-40B4-BE49-F238E27FC236}">
                <a16:creationId xmlns:a16="http://schemas.microsoft.com/office/drawing/2014/main" id="{32ED4D75-0D42-4972-A52C-E170FD66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크레딧 없이 먼저 검증</a:t>
            </a:r>
          </a:p>
        </p:txBody>
      </p:sp>
    </p:spTree>
    <p:extLst>
      <p:ext uri="{BB962C8B-B14F-4D97-AF65-F5344CB8AC3E}">
        <p14:creationId xmlns:p14="http://schemas.microsoft.com/office/powerpoint/2010/main" val="1471775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lock-105">
            <a:extLst xmlns:a="http://schemas.openxmlformats.org/drawingml/2006/main">
              <a:ext uri="{FF2B5EF4-FFF2-40B4-BE49-F238E27FC236}">
                <a16:creationId xmlns:a16="http://schemas.microsoft.com/office/drawing/2014/main" id="{88CB10EA-71A3-49F7-9E7F-DFA1C843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106">
            <a:extLst xmlns:a="http://schemas.openxmlformats.org/drawingml/2006/main">
              <a:ext uri="{FF2B5EF4-FFF2-40B4-BE49-F238E27FC236}">
                <a16:creationId xmlns:a16="http://schemas.microsoft.com/office/drawing/2014/main" id="{5D9D6521-A91F-42D3-BA28-7A0562DB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3" name="block-107">
            <a:extLst xmlns:a="http://schemas.openxmlformats.org/drawingml/2006/main">
              <a:ext uri="{FF2B5EF4-FFF2-40B4-BE49-F238E27FC236}">
                <a16:creationId xmlns:a16="http://schemas.microsoft.com/office/drawing/2014/main" id="{61C07CA7-FFCE-4A94-B573-B00D84D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기존 기록과 참여 권한을 보호합니다</a:t>
            </a:r>
          </a:p>
        </p:txBody>
      </p:sp>
      <p:sp>
        <p:nvSpPr>
          <p:cNvPr id="4" name="block-108">
            <a:extLst xmlns:a="http://schemas.openxmlformats.org/drawingml/2006/main">
              <a:ext uri="{FF2B5EF4-FFF2-40B4-BE49-F238E27FC236}">
                <a16:creationId xmlns:a16="http://schemas.microsoft.com/office/drawing/2014/main" id="{2A41B1C6-A43D-4828-B733-75F275A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5" name="block-109">
            <a:extLst xmlns:a="http://schemas.openxmlformats.org/drawingml/2006/main">
              <a:ext uri="{FF2B5EF4-FFF2-40B4-BE49-F238E27FC236}">
                <a16:creationId xmlns:a16="http://schemas.microsoft.com/office/drawing/2014/main" id="{A63741B6-E30A-4FE5-A15A-29B6EC1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계정 연결</a:t>
            </a:r>
          </a:p>
        </p:txBody>
      </p:sp>
      <p:sp>
        <p:nvSpPr>
          <p:cNvPr id="6" name="block-110">
            <a:extLst xmlns:a="http://schemas.openxmlformats.org/drawingml/2006/main">
              <a:ext uri="{FF2B5EF4-FFF2-40B4-BE49-F238E27FC236}">
                <a16:creationId xmlns:a16="http://schemas.microsoft.com/office/drawing/2014/main" id="{3E2CBC34-638C-486C-8815-EFF77E9B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기존 코드 학생의 진도를 유지합니다.</a:t>
            </a:r>
          </a:p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소유 확인 전에는 기록을 합치지 않습니다.</a:t>
            </a:r>
          </a:p>
        </p:txBody>
      </p:sp>
      <p:sp>
        <p:nvSpPr>
          <p:cNvPr id="7" name="block-111">
            <a:extLst xmlns:a="http://schemas.openxmlformats.org/drawingml/2006/main">
              <a:ext uri="{FF2B5EF4-FFF2-40B4-BE49-F238E27FC236}">
                <a16:creationId xmlns:a16="http://schemas.microsoft.com/office/drawing/2014/main" id="{5FD887CB-C695-479C-A9FF-21E065D5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85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8" name="block-112">
            <a:extLst xmlns:a="http://schemas.openxmlformats.org/drawingml/2006/main">
              <a:ext uri="{FF2B5EF4-FFF2-40B4-BE49-F238E27FC236}">
                <a16:creationId xmlns:a16="http://schemas.microsoft.com/office/drawing/2014/main" id="{819A11CC-ADA4-4639-934E-BC2067A8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565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수업 권한</a:t>
            </a:r>
          </a:p>
        </p:txBody>
      </p:sp>
      <p:sp>
        <p:nvSpPr>
          <p:cNvPr id="9" name="block-113">
            <a:extLst xmlns:a="http://schemas.openxmlformats.org/drawingml/2006/main">
              <a:ext uri="{FF2B5EF4-FFF2-40B4-BE49-F238E27FC236}">
                <a16:creationId xmlns:a16="http://schemas.microsoft.com/office/drawing/2014/main" id="{7BEFB273-0295-4D92-905A-38E15D8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7660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입장 정보는 확정 예약 당사자에게 제공합니다.</a:t>
            </a:r>
          </a:p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취소·관계 종료 시 접근을 회수합니다.</a:t>
            </a:r>
          </a:p>
        </p:txBody>
      </p:sp>
      <p:sp>
        <p:nvSpPr>
          <p:cNvPr id="10" name="block-114">
            <a:extLst xmlns:a="http://schemas.openxmlformats.org/drawingml/2006/main">
              <a:ext uri="{FF2B5EF4-FFF2-40B4-BE49-F238E27FC236}">
                <a16:creationId xmlns:a16="http://schemas.microsoft.com/office/drawing/2014/main" id="{B52AFC33-CFDB-461E-91EB-F82A1107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11" name="block-115">
            <a:extLst xmlns:a="http://schemas.openxmlformats.org/drawingml/2006/main">
              <a:ext uri="{FF2B5EF4-FFF2-40B4-BE49-F238E27FC236}">
                <a16:creationId xmlns:a16="http://schemas.microsoft.com/office/drawing/2014/main" id="{621B3F08-8AB0-4C41-9660-6747F5F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신고와 안전</a:t>
            </a:r>
          </a:p>
        </p:txBody>
      </p:sp>
      <p:sp>
        <p:nvSpPr>
          <p:cNvPr id="12" name="block-116">
            <a:extLst xmlns:a="http://schemas.openxmlformats.org/drawingml/2006/main">
              <a:ext uri="{FF2B5EF4-FFF2-40B4-BE49-F238E27FC236}">
                <a16:creationId xmlns:a16="http://schemas.microsoft.com/office/drawing/2014/main" id="{A2883737-DF12-4C33-84D0-860BF5E4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교사와 학생 모두 신고할 수 있습니다.</a:t>
            </a:r>
          </a:p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담당자가 접수·조치·이의 신청을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273502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lock-117">
            <a:extLst xmlns:a="http://schemas.openxmlformats.org/drawingml/2006/main">
              <a:ext uri="{FF2B5EF4-FFF2-40B4-BE49-F238E27FC236}">
                <a16:creationId xmlns:a16="http://schemas.microsoft.com/office/drawing/2014/main" id="{E21DD881-56E6-4A77-806F-7D8385C7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118">
            <a:extLst xmlns:a="http://schemas.openxmlformats.org/drawingml/2006/main">
              <a:ext uri="{FF2B5EF4-FFF2-40B4-BE49-F238E27FC236}">
                <a16:creationId xmlns:a16="http://schemas.microsoft.com/office/drawing/2014/main" id="{7A82A427-2CD3-4940-833D-06CF872E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3" name="block-119">
            <a:extLst xmlns:a="http://schemas.openxmlformats.org/drawingml/2006/main">
              <a:ext uri="{FF2B5EF4-FFF2-40B4-BE49-F238E27FC236}">
                <a16:creationId xmlns:a16="http://schemas.microsoft.com/office/drawing/2014/main" id="{B9100582-BB1D-401E-A6DD-24EAB056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검증 결과에 따라 넓히는 4단계</a:t>
            </a:r>
          </a:p>
        </p:txBody>
      </p:sp>
      <p:sp>
        <p:nvSpPr>
          <p:cNvPr id="4" name="block-120">
            <a:extLst xmlns:a="http://schemas.openxmlformats.org/drawingml/2006/main">
              <a:ext uri="{FF2B5EF4-FFF2-40B4-BE49-F238E27FC236}">
                <a16:creationId xmlns:a16="http://schemas.microsoft.com/office/drawing/2014/main" id="{2C555B62-8733-4FC8-917E-288B543C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647950" cy="2905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5" name="block-121">
            <a:extLst xmlns:a="http://schemas.openxmlformats.org/drawingml/2006/main">
              <a:ext uri="{FF2B5EF4-FFF2-40B4-BE49-F238E27FC236}">
                <a16:creationId xmlns:a16="http://schemas.microsoft.com/office/drawing/2014/main" id="{BCFA67D4-BA5B-45E1-8F02-51C98C97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6" name="block-122">
            <a:extLst xmlns:a="http://schemas.openxmlformats.org/drawingml/2006/main">
              <a:ext uri="{FF2B5EF4-FFF2-40B4-BE49-F238E27FC236}">
                <a16:creationId xmlns:a16="http://schemas.microsoft.com/office/drawing/2014/main" id="{51E4F90C-E3EF-46B6-B857-7BB0B255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교사 확보</a:t>
            </a:r>
          </a:p>
        </p:txBody>
      </p:sp>
      <p:sp>
        <p:nvSpPr>
          <p:cNvPr id="7" name="block-123">
            <a:extLst xmlns:a="http://schemas.openxmlformats.org/drawingml/2006/main">
              <a:ext uri="{FF2B5EF4-FFF2-40B4-BE49-F238E27FC236}">
                <a16:creationId xmlns:a16="http://schemas.microsoft.com/office/drawing/2014/main" id="{880E1A9A-EBE9-47D5-ACB8-19441EA5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도구와 공개 프로필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수업 공급 확인</a:t>
            </a:r>
          </a:p>
        </p:txBody>
      </p:sp>
      <p:sp>
        <p:nvSpPr>
          <p:cNvPr id="8" name="block-124">
            <a:extLst xmlns:a="http://schemas.openxmlformats.org/drawingml/2006/main">
              <a:ext uri="{FF2B5EF4-FFF2-40B4-BE49-F238E27FC236}">
                <a16:creationId xmlns:a16="http://schemas.microsoft.com/office/drawing/2014/main" id="{14CCCFDB-58C9-48C7-9B98-B689F6E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647950" cy="2905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9" name="block-125">
            <a:extLst xmlns:a="http://schemas.openxmlformats.org/drawingml/2006/main">
              <a:ext uri="{FF2B5EF4-FFF2-40B4-BE49-F238E27FC236}">
                <a16:creationId xmlns:a16="http://schemas.microsoft.com/office/drawing/2014/main" id="{9B9840B4-D625-4E31-8174-07CFB58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479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block-126">
            <a:extLst xmlns:a="http://schemas.openxmlformats.org/drawingml/2006/main">
              <a:ext uri="{FF2B5EF4-FFF2-40B4-BE49-F238E27FC236}">
                <a16:creationId xmlns:a16="http://schemas.microsoft.com/office/drawing/2014/main" id="{95A9456B-EB3F-412E-AC3C-17F26FE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861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무료 수업</a:t>
            </a:r>
          </a:p>
        </p:txBody>
      </p:sp>
      <p:sp>
        <p:nvSpPr>
          <p:cNvPr id="11" name="block-127">
            <a:extLst xmlns:a="http://schemas.openxmlformats.org/drawingml/2006/main">
              <a:ext uri="{FF2B5EF4-FFF2-40B4-BE49-F238E27FC236}">
                <a16:creationId xmlns:a16="http://schemas.microsoft.com/office/drawing/2014/main" id="{310BB1A7-6F1C-43C3-929E-23EF3F41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0386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가입과 자습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첫 수업 완료 검증</a:t>
            </a:r>
          </a:p>
        </p:txBody>
      </p:sp>
      <p:sp>
        <p:nvSpPr>
          <p:cNvPr id="12" name="block-128">
            <a:extLst xmlns:a="http://schemas.openxmlformats.org/drawingml/2006/main">
              <a:ext uri="{FF2B5EF4-FFF2-40B4-BE49-F238E27FC236}">
                <a16:creationId xmlns:a16="http://schemas.microsoft.com/office/drawing/2014/main" id="{9309B9A3-1470-443F-8C79-5457BD28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2647950" cy="2905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13" name="block-129">
            <a:extLst xmlns:a="http://schemas.openxmlformats.org/drawingml/2006/main">
              <a:ext uri="{FF2B5EF4-FFF2-40B4-BE49-F238E27FC236}">
                <a16:creationId xmlns:a16="http://schemas.microsoft.com/office/drawing/2014/main" id="{EECF33EA-7AAB-4C7C-B9EC-02B55DF7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4" name="block-130">
            <a:extLst xmlns:a="http://schemas.openxmlformats.org/drawingml/2006/main">
              <a:ext uri="{FF2B5EF4-FFF2-40B4-BE49-F238E27FC236}">
                <a16:creationId xmlns:a16="http://schemas.microsoft.com/office/drawing/2014/main" id="{4D2F7795-B4A1-495C-967D-696AB07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유료·보상</a:t>
            </a:r>
          </a:p>
        </p:txBody>
      </p:sp>
      <p:sp>
        <p:nvSpPr>
          <p:cNvPr id="15" name="block-131">
            <a:extLst xmlns:a="http://schemas.openxmlformats.org/drawingml/2006/main">
              <a:ext uri="{FF2B5EF4-FFF2-40B4-BE49-F238E27FC236}">
                <a16:creationId xmlns:a16="http://schemas.microsoft.com/office/drawing/2014/main" id="{3DF64DAE-D8FA-4C91-A113-CF268686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거래와 정산 먼저</a:t>
            </a:r>
          </a:p>
          <a:p xmlns:a="http://schemas.openxmlformats.org/drawingml/2006/main">
            <a:pPr algn="l">
              <a:defRPr sz="172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학습 보상은 그다음</a:t>
            </a:r>
          </a:p>
        </p:txBody>
      </p:sp>
      <p:sp>
        <p:nvSpPr>
          <p:cNvPr id="16" name="block-132">
            <a:extLst xmlns:a="http://schemas.openxmlformats.org/drawingml/2006/main">
              <a:ext uri="{FF2B5EF4-FFF2-40B4-BE49-F238E27FC236}">
                <a16:creationId xmlns:a16="http://schemas.microsoft.com/office/drawing/2014/main" id="{70ECD133-E519-4856-85A8-847BF80E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38375"/>
            <a:ext cx="2647950" cy="2905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273F50"/>
          </a:solidFill>
          <a:ln xmlns:a="http://schemas.openxmlformats.org/drawingml/2006/main" w="0">
            <a:noFill/>
          </a:ln>
        </p:spPr>
      </p:sp>
      <p:sp>
        <p:nvSpPr>
          <p:cNvPr id="17" name="block-133">
            <a:extLst xmlns:a="http://schemas.openxmlformats.org/drawingml/2006/main">
              <a:ext uri="{FF2B5EF4-FFF2-40B4-BE49-F238E27FC236}">
                <a16:creationId xmlns:a16="http://schemas.microsoft.com/office/drawing/2014/main" id="{2E336E6A-B2E5-4251-A86C-E3F60B8D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4479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8" name="block-134">
            <a:extLst xmlns:a="http://schemas.openxmlformats.org/drawingml/2006/main">
              <a:ext uri="{FF2B5EF4-FFF2-40B4-BE49-F238E27FC236}">
                <a16:creationId xmlns:a16="http://schemas.microsoft.com/office/drawing/2014/main" id="{28085D85-8150-409E-8869-433773F4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861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커뮤니티</a:t>
            </a:r>
          </a:p>
        </p:txBody>
      </p:sp>
      <p:sp>
        <p:nvSpPr>
          <p:cNvPr id="19" name="block-135">
            <a:extLst xmlns:a="http://schemas.openxmlformats.org/drawingml/2006/main">
              <a:ext uri="{FF2B5EF4-FFF2-40B4-BE49-F238E27FC236}">
                <a16:creationId xmlns:a16="http://schemas.microsoft.com/office/drawing/2014/main" id="{5B6365FC-B970-4361-B849-7634BBC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386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언어별 운영자 확보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활동이 지속될 때 확장</a:t>
            </a:r>
          </a:p>
        </p:txBody>
      </p:sp>
      <p:sp>
        <p:nvSpPr>
          <p:cNvPr id="20" name="block-136">
            <a:extLst xmlns:a="http://schemas.openxmlformats.org/drawingml/2006/main">
              <a:ext uri="{FF2B5EF4-FFF2-40B4-BE49-F238E27FC236}">
                <a16:creationId xmlns:a16="http://schemas.microsoft.com/office/drawing/2014/main" id="{7B8701DA-B0ED-4750-8E0B-DE6A25B3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단계 전환 조건은 이용 지표와 운영 준비를 함께 봅니다.</a:t>
            </a:r>
          </a:p>
        </p:txBody>
      </p:sp>
    </p:spTree>
    <p:extLst>
      <p:ext uri="{BB962C8B-B14F-4D97-AF65-F5344CB8AC3E}">
        <p14:creationId xmlns:p14="http://schemas.microsoft.com/office/powerpoint/2010/main" val="1199477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lock-137">
            <a:extLst xmlns:a="http://schemas.openxmlformats.org/drawingml/2006/main">
              <a:ext uri="{FF2B5EF4-FFF2-40B4-BE49-F238E27FC236}">
                <a16:creationId xmlns:a16="http://schemas.microsoft.com/office/drawing/2014/main" id="{A2155AC9-ECEF-4E54-9261-BF9216C4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138">
            <a:extLst xmlns:a="http://schemas.openxmlformats.org/drawingml/2006/main">
              <a:ext uri="{FF2B5EF4-FFF2-40B4-BE49-F238E27FC236}">
                <a16:creationId xmlns:a16="http://schemas.microsoft.com/office/drawing/2014/main" id="{2456936C-3BB4-4157-8FEB-71215BCF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3" name="block-139">
            <a:extLst xmlns:a="http://schemas.openxmlformats.org/drawingml/2006/main">
              <a:ext uri="{FF2B5EF4-FFF2-40B4-BE49-F238E27FC236}">
                <a16:creationId xmlns:a16="http://schemas.microsoft.com/office/drawing/2014/main" id="{597EBC32-8FF0-4754-90DA-5632AB87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크레딧은 두 종류로 분리합니다</a:t>
            </a:r>
          </a:p>
        </p:txBody>
      </p:sp>
      <p:sp>
        <p:nvSpPr>
          <p:cNvPr id="4" name="block-140">
            <a:extLst xmlns:a="http://schemas.openxmlformats.org/drawingml/2006/main">
              <a:ext uri="{FF2B5EF4-FFF2-40B4-BE49-F238E27FC236}">
                <a16:creationId xmlns:a16="http://schemas.microsoft.com/office/drawing/2014/main" id="{F16C62EE-619A-4620-870D-62E6DB08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5" name="block-141">
            <a:extLst xmlns:a="http://schemas.openxmlformats.org/drawingml/2006/main">
              <a:ext uri="{FF2B5EF4-FFF2-40B4-BE49-F238E27FC236}">
                <a16:creationId xmlns:a16="http://schemas.microsoft.com/office/drawing/2014/main" id="{8CFF6ADA-35AA-43E6-BFDB-A7BA53A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산 크레딧</a:t>
            </a:r>
          </a:p>
        </p:txBody>
      </p:sp>
      <p:sp>
        <p:nvSpPr>
          <p:cNvPr id="6" name="block-142">
            <a:extLst xmlns:a="http://schemas.openxmlformats.org/drawingml/2006/main">
              <a:ext uri="{FF2B5EF4-FFF2-40B4-BE49-F238E27FC236}">
                <a16:creationId xmlns:a16="http://schemas.microsoft.com/office/drawing/2014/main" id="{97FB5DAC-5E78-4F6D-BAA1-3110AC49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결제 확인</a:t>
            </a:r>
          </a:p>
        </p:txBody>
      </p:sp>
      <p:sp>
        <p:nvSpPr>
          <p:cNvPr id="7" name="block-143">
            <a:extLst xmlns:a="http://schemas.openxmlformats.org/drawingml/2006/main">
              <a:ext uri="{FF2B5EF4-FFF2-40B4-BE49-F238E27FC236}">
                <a16:creationId xmlns:a16="http://schemas.microsoft.com/office/drawing/2014/main" id="{4ECA59C1-15F4-4AEA-A203-7CD1575D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block-144">
            <a:extLst xmlns:a="http://schemas.openxmlformats.org/drawingml/2006/main">
              <a:ext uri="{FF2B5EF4-FFF2-40B4-BE49-F238E27FC236}">
                <a16:creationId xmlns:a16="http://schemas.microsoft.com/office/drawing/2014/main" id="{77F8BA56-089F-40DA-AC60-8AF46362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2887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유료 수업</a:t>
            </a:r>
          </a:p>
        </p:txBody>
      </p:sp>
      <p:sp>
        <p:nvSpPr>
          <p:cNvPr id="9" name="block-145">
            <a:extLst xmlns:a="http://schemas.openxmlformats.org/drawingml/2006/main">
              <a:ext uri="{FF2B5EF4-FFF2-40B4-BE49-F238E27FC236}">
                <a16:creationId xmlns:a16="http://schemas.microsoft.com/office/drawing/2014/main" id="{65857ADC-CE91-44F9-B451-8AA65BCF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33625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완료된 수업에서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강사료 발생</a:t>
            </a:r>
          </a:p>
        </p:txBody>
      </p:sp>
      <p:sp>
        <p:nvSpPr>
          <p:cNvPr id="10" name="block-146">
            <a:extLst xmlns:a="http://schemas.openxmlformats.org/drawingml/2006/main">
              <a:ext uri="{FF2B5EF4-FFF2-40B4-BE49-F238E27FC236}">
                <a16:creationId xmlns:a16="http://schemas.microsoft.com/office/drawing/2014/main" id="{23F518C6-1710-40EF-8E89-A8B448E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7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11" name="block-147">
            <a:extLst xmlns:a="http://schemas.openxmlformats.org/drawingml/2006/main">
              <a:ext uri="{FF2B5EF4-FFF2-40B4-BE49-F238E27FC236}">
                <a16:creationId xmlns:a16="http://schemas.microsoft.com/office/drawing/2014/main" id="{08E8225C-8D62-407E-950D-6E9F326E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받은 크레딧</a:t>
            </a:r>
          </a:p>
        </p:txBody>
      </p:sp>
      <p:sp>
        <p:nvSpPr>
          <p:cNvPr id="12" name="block-148">
            <a:extLst xmlns:a="http://schemas.openxmlformats.org/drawingml/2006/main">
              <a:ext uri="{FF2B5EF4-FFF2-40B4-BE49-F238E27FC236}">
                <a16:creationId xmlns:a16="http://schemas.microsoft.com/office/drawing/2014/main" id="{926AE6B3-AC4B-429F-B31F-5FFB2EC0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학습 검증</a:t>
            </a:r>
          </a:p>
        </p:txBody>
      </p:sp>
      <p:sp>
        <p:nvSpPr>
          <p:cNvPr id="13" name="block-149">
            <a:extLst xmlns:a="http://schemas.openxmlformats.org/drawingml/2006/main">
              <a:ext uri="{FF2B5EF4-FFF2-40B4-BE49-F238E27FC236}">
                <a16:creationId xmlns:a16="http://schemas.microsoft.com/office/drawing/2014/main" id="{CCBC6D96-4E16-4B5E-8D18-D4E62825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block-150">
            <a:extLst xmlns:a="http://schemas.openxmlformats.org/drawingml/2006/main">
              <a:ext uri="{FF2B5EF4-FFF2-40B4-BE49-F238E27FC236}">
                <a16:creationId xmlns:a16="http://schemas.microsoft.com/office/drawing/2014/main" id="{DE0EC974-677E-407B-9E7A-A708DC5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0050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무료 수업</a:t>
            </a:r>
          </a:p>
        </p:txBody>
      </p:sp>
      <p:sp>
        <p:nvSpPr>
          <p:cNvPr id="15" name="block-151">
            <a:extLst xmlns:a="http://schemas.openxmlformats.org/drawingml/2006/main">
              <a:ext uri="{FF2B5EF4-FFF2-40B4-BE49-F238E27FC236}">
                <a16:creationId xmlns:a16="http://schemas.microsoft.com/office/drawing/2014/main" id="{C74B5B0A-1AB5-4DF1-85A6-4A847DD5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1148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현금 전환 없음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무료 좌석 공급 필요</a:t>
            </a:r>
          </a:p>
        </p:txBody>
      </p:sp>
      <p:sp>
        <p:nvSpPr>
          <p:cNvPr id="16" name="block-152">
            <a:extLst xmlns:a="http://schemas.openxmlformats.org/drawingml/2006/main">
              <a:ext uri="{FF2B5EF4-FFF2-40B4-BE49-F238E27FC236}">
                <a16:creationId xmlns:a16="http://schemas.microsoft.com/office/drawing/2014/main" id="{16336CAE-FA49-4346-BB67-D76D8668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2단계에는 지급하지 않습니다. 교사 보상 크레딧과 보증금은 유예 권고입니다.</a:t>
            </a:r>
          </a:p>
        </p:txBody>
      </p:sp>
    </p:spTree>
    <p:extLst>
      <p:ext uri="{BB962C8B-B14F-4D97-AF65-F5344CB8AC3E}">
        <p14:creationId xmlns:p14="http://schemas.microsoft.com/office/powerpoint/2010/main" val="1980008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lock-153">
            <a:extLst xmlns:a="http://schemas.openxmlformats.org/drawingml/2006/main">
              <a:ext uri="{FF2B5EF4-FFF2-40B4-BE49-F238E27FC236}">
                <a16:creationId xmlns:a16="http://schemas.microsoft.com/office/drawing/2014/main" id="{8C5FF1DE-5B88-4029-BD2E-86921A7E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154">
            <a:extLst xmlns:a="http://schemas.openxmlformats.org/drawingml/2006/main">
              <a:ext uri="{FF2B5EF4-FFF2-40B4-BE49-F238E27FC236}">
                <a16:creationId xmlns:a16="http://schemas.microsoft.com/office/drawing/2014/main" id="{33BD3E03-66A3-40CE-B655-568E9A0B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3" name="block-155">
            <a:extLst xmlns:a="http://schemas.openxmlformats.org/drawingml/2006/main">
              <a:ext uri="{FF2B5EF4-FFF2-40B4-BE49-F238E27FC236}">
                <a16:creationId xmlns:a16="http://schemas.microsoft.com/office/drawing/2014/main" id="{529E1DCA-8A86-40D6-BFC6-D3DEBC5C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예약부터 정산까지 상태를 남깁니다</a:t>
            </a:r>
          </a:p>
        </p:txBody>
      </p:sp>
      <p:sp>
        <p:nvSpPr>
          <p:cNvPr id="4" name="block-156">
            <a:extLst xmlns:a="http://schemas.openxmlformats.org/drawingml/2006/main">
              <a:ext uri="{FF2B5EF4-FFF2-40B4-BE49-F238E27FC236}">
                <a16:creationId xmlns:a16="http://schemas.microsoft.com/office/drawing/2014/main" id="{53AA42F9-33B6-4BEA-B40F-645F5341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240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5" name="block-157">
            <a:extLst xmlns:a="http://schemas.openxmlformats.org/drawingml/2006/main">
              <a:ext uri="{FF2B5EF4-FFF2-40B4-BE49-F238E27FC236}">
                <a16:creationId xmlns:a16="http://schemas.microsoft.com/office/drawing/2014/main" id="{F8AD8454-76CF-4697-96D8-F01F031F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240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6" name="block-158">
            <a:extLst xmlns:a="http://schemas.openxmlformats.org/drawingml/2006/main">
              <a:ext uri="{FF2B5EF4-FFF2-40B4-BE49-F238E27FC236}">
                <a16:creationId xmlns:a16="http://schemas.microsoft.com/office/drawing/2014/main" id="{B6B0AD82-ABBD-4F66-8B5A-059F9BFC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예약 확정</a:t>
            </a:r>
          </a:p>
        </p:txBody>
      </p:sp>
      <p:sp>
        <p:nvSpPr>
          <p:cNvPr id="7" name="block-159">
            <a:extLst xmlns:a="http://schemas.openxmlformats.org/drawingml/2006/main">
              <a:ext uri="{FF2B5EF4-FFF2-40B4-BE49-F238E27FC236}">
                <a16:creationId xmlns:a16="http://schemas.microsoft.com/office/drawing/2014/main" id="{A6614557-14BB-406D-AED5-11C33BA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8" name="block-160">
            <a:extLst xmlns:a="http://schemas.openxmlformats.org/drawingml/2006/main">
              <a:ext uri="{FF2B5EF4-FFF2-40B4-BE49-F238E27FC236}">
                <a16:creationId xmlns:a16="http://schemas.microsoft.com/office/drawing/2014/main" id="{79E2A414-6255-4758-B36B-80B4121C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240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9" name="block-161">
            <a:extLst xmlns:a="http://schemas.openxmlformats.org/drawingml/2006/main">
              <a:ext uri="{FF2B5EF4-FFF2-40B4-BE49-F238E27FC236}">
                <a16:creationId xmlns:a16="http://schemas.microsoft.com/office/drawing/2014/main" id="{AB5BAED2-B5C0-45A2-867F-FE68784E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240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0" name="block-162">
            <a:extLst xmlns:a="http://schemas.openxmlformats.org/drawingml/2006/main">
              <a:ext uri="{FF2B5EF4-FFF2-40B4-BE49-F238E27FC236}">
                <a16:creationId xmlns:a16="http://schemas.microsoft.com/office/drawing/2014/main" id="{DAF67F59-8540-4311-847A-51FDA5DF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금액 예약</a:t>
            </a:r>
          </a:p>
        </p:txBody>
      </p:sp>
      <p:sp>
        <p:nvSpPr>
          <p:cNvPr id="11" name="block-163">
            <a:extLst xmlns:a="http://schemas.openxmlformats.org/drawingml/2006/main">
              <a:ext uri="{FF2B5EF4-FFF2-40B4-BE49-F238E27FC236}">
                <a16:creationId xmlns:a16="http://schemas.microsoft.com/office/drawing/2014/main" id="{A29C0875-ECD0-4E10-8CD6-16E7216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12" name="block-164">
            <a:extLst xmlns:a="http://schemas.openxmlformats.org/drawingml/2006/main">
              <a:ext uri="{FF2B5EF4-FFF2-40B4-BE49-F238E27FC236}">
                <a16:creationId xmlns:a16="http://schemas.microsoft.com/office/drawing/2014/main" id="{27D27360-B4D0-4374-8ABC-43EA1506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240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13" name="block-165">
            <a:extLst xmlns:a="http://schemas.openxmlformats.org/drawingml/2006/main">
              <a:ext uri="{FF2B5EF4-FFF2-40B4-BE49-F238E27FC236}">
                <a16:creationId xmlns:a16="http://schemas.microsoft.com/office/drawing/2014/main" id="{FBFEF6C4-EF78-4E06-B669-46C6DAB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240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4" name="block-166">
            <a:extLst xmlns:a="http://schemas.openxmlformats.org/drawingml/2006/main">
              <a:ext uri="{FF2B5EF4-FFF2-40B4-BE49-F238E27FC236}">
                <a16:creationId xmlns:a16="http://schemas.microsoft.com/office/drawing/2014/main" id="{2E472B37-DE77-4DAF-87AF-91F8D00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수업 완료</a:t>
            </a:r>
          </a:p>
        </p:txBody>
      </p:sp>
      <p:sp>
        <p:nvSpPr>
          <p:cNvPr id="15" name="block-167">
            <a:extLst xmlns:a="http://schemas.openxmlformats.org/drawingml/2006/main">
              <a:ext uri="{FF2B5EF4-FFF2-40B4-BE49-F238E27FC236}">
                <a16:creationId xmlns:a16="http://schemas.microsoft.com/office/drawing/2014/main" id="{7E96849F-F6D5-44A9-8731-CD03728D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16" name="block-168">
            <a:extLst xmlns:a="http://schemas.openxmlformats.org/drawingml/2006/main">
              <a:ext uri="{FF2B5EF4-FFF2-40B4-BE49-F238E27FC236}">
                <a16:creationId xmlns:a16="http://schemas.microsoft.com/office/drawing/2014/main" id="{729D0E2D-CEC0-4CBC-8525-25C7DBB3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240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F50"/>
          </a:solidFill>
          <a:ln xmlns:a="http://schemas.openxmlformats.org/drawingml/2006/main" w="0">
            <a:noFill/>
          </a:ln>
        </p:spPr>
      </p:sp>
      <p:sp>
        <p:nvSpPr>
          <p:cNvPr id="17" name="block-169">
            <a:extLst xmlns:a="http://schemas.openxmlformats.org/drawingml/2006/main">
              <a:ext uri="{FF2B5EF4-FFF2-40B4-BE49-F238E27FC236}">
                <a16:creationId xmlns:a16="http://schemas.microsoft.com/office/drawing/2014/main" id="{1057D2B4-B012-44CF-8F67-A713A02D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240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18" name="block-170">
            <a:extLst xmlns:a="http://schemas.openxmlformats.org/drawingml/2006/main">
              <a:ext uri="{FF2B5EF4-FFF2-40B4-BE49-F238E27FC236}">
                <a16:creationId xmlns:a16="http://schemas.microsoft.com/office/drawing/2014/main" id="{AB8B0315-9E00-4342-8A9A-59A899D8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정산 확정</a:t>
            </a:r>
          </a:p>
        </p:txBody>
      </p:sp>
      <p:sp>
        <p:nvSpPr>
          <p:cNvPr id="19" name="block-171">
            <a:extLst xmlns:a="http://schemas.openxmlformats.org/drawingml/2006/main">
              <a:ext uri="{FF2B5EF4-FFF2-40B4-BE49-F238E27FC236}">
                <a16:creationId xmlns:a16="http://schemas.microsoft.com/office/drawing/2014/main" id="{C5A21BED-3E2B-488B-9FD3-5C0A9553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4"/>
          </a:solidFill>
          <a:ln xmlns:a="http://schemas.openxmlformats.org/drawingml/2006/main" w="0">
            <a:noFill/>
          </a:ln>
        </p:spPr>
      </p:sp>
      <p:sp>
        <p:nvSpPr>
          <p:cNvPr id="20" name="block-172">
            <a:extLst xmlns:a="http://schemas.openxmlformats.org/drawingml/2006/main">
              <a:ext uri="{FF2B5EF4-FFF2-40B4-BE49-F238E27FC236}">
                <a16:creationId xmlns:a16="http://schemas.microsoft.com/office/drawing/2014/main" id="{D35BCB31-9254-438F-8DFE-FEB6FCF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취소</a:t>
            </a:r>
          </a:p>
        </p:txBody>
      </p:sp>
      <p:sp>
        <p:nvSpPr>
          <p:cNvPr id="21" name="block-173">
            <a:extLst xmlns:a="http://schemas.openxmlformats.org/drawingml/2006/main">
              <a:ext uri="{FF2B5EF4-FFF2-40B4-BE49-F238E27FC236}">
                <a16:creationId xmlns:a16="http://schemas.microsoft.com/office/drawing/2014/main" id="{EC14B7EE-96C6-4EEE-A900-006C4D48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672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조건에 따라 크레딧 복원</a:t>
            </a:r>
          </a:p>
        </p:txBody>
      </p:sp>
      <p:sp>
        <p:nvSpPr>
          <p:cNvPr id="22" name="block-174">
            <a:extLst xmlns:a="http://schemas.openxmlformats.org/drawingml/2006/main">
              <a:ext uri="{FF2B5EF4-FFF2-40B4-BE49-F238E27FC236}">
                <a16:creationId xmlns:a16="http://schemas.microsoft.com/office/drawing/2014/main" id="{95F430D1-EC12-408E-90F8-F23270C0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673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rPr>
              <a:t>분쟁</a:t>
            </a:r>
          </a:p>
        </p:txBody>
      </p:sp>
      <p:sp>
        <p:nvSpPr>
          <p:cNvPr id="23" name="block-175">
            <a:extLst xmlns:a="http://schemas.openxmlformats.org/drawingml/2006/main">
              <a:ext uri="{FF2B5EF4-FFF2-40B4-BE49-F238E27FC236}">
                <a16:creationId xmlns:a16="http://schemas.microsoft.com/office/drawing/2014/main" id="{60FF825D-91E3-4B5A-AB7E-EA0CBD8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673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완료와 정산을 보류하고 사실 확인</a:t>
            </a:r>
          </a:p>
        </p:txBody>
      </p:sp>
    </p:spTree>
    <p:extLst>
      <p:ext uri="{BB962C8B-B14F-4D97-AF65-F5344CB8AC3E}">
        <p14:creationId xmlns:p14="http://schemas.microsoft.com/office/powerpoint/2010/main" val="2017128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lock-176">
            <a:extLst xmlns:a="http://schemas.openxmlformats.org/drawingml/2006/main">
              <a:ext uri="{FF2B5EF4-FFF2-40B4-BE49-F238E27FC236}">
                <a16:creationId xmlns:a16="http://schemas.microsoft.com/office/drawing/2014/main" id="{DF734C2B-7C8D-4C60-A10E-B3E9BD0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177">
            <a:extLst xmlns:a="http://schemas.openxmlformats.org/drawingml/2006/main">
              <a:ext uri="{FF2B5EF4-FFF2-40B4-BE49-F238E27FC236}">
                <a16:creationId xmlns:a16="http://schemas.microsoft.com/office/drawing/2014/main" id="{53C73E1A-E013-4F2B-8EC1-8497157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3" name="block-178">
            <a:extLst xmlns:a="http://schemas.openxmlformats.org/drawingml/2006/main">
              <a:ext uri="{FF2B5EF4-FFF2-40B4-BE49-F238E27FC236}">
                <a16:creationId xmlns:a16="http://schemas.microsoft.com/office/drawing/2014/main" id="{E6211F97-27B4-484D-8D18-D485580F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유료 수업의 강사료 구조</a:t>
            </a:r>
          </a:p>
        </p:txBody>
      </p:sp>
      <p:sp>
        <p:nvSpPr>
          <p:cNvPr id="4" name="block-179">
            <a:extLst xmlns:a="http://schemas.openxmlformats.org/drawingml/2006/main">
              <a:ext uri="{FF2B5EF4-FFF2-40B4-BE49-F238E27FC236}">
                <a16:creationId xmlns:a16="http://schemas.microsoft.com/office/drawing/2014/main" id="{C005FFAC-8EF9-452B-B24F-2861881C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5" name="block-180">
            <a:extLst xmlns:a="http://schemas.openxmlformats.org/drawingml/2006/main">
              <a:ext uri="{FF2B5EF4-FFF2-40B4-BE49-F238E27FC236}">
                <a16:creationId xmlns:a16="http://schemas.microsoft.com/office/drawing/2014/main" id="{CC8B0BA6-8D9B-4BC3-85A8-A7DABF63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45243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50%</a:t>
            </a:r>
          </a:p>
        </p:txBody>
      </p:sp>
      <p:sp>
        <p:nvSpPr>
          <p:cNvPr id="6" name="block-181">
            <a:extLst xmlns:a="http://schemas.openxmlformats.org/drawingml/2006/main">
              <a:ext uri="{FF2B5EF4-FFF2-40B4-BE49-F238E27FC236}">
                <a16:creationId xmlns:a16="http://schemas.microsoft.com/office/drawing/2014/main" id="{D2C3F72C-FB36-44D5-BEFC-06C1CC66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교사 세전 강사료</a:t>
            </a:r>
          </a:p>
        </p:txBody>
      </p:sp>
      <p:sp>
        <p:nvSpPr>
          <p:cNvPr id="7" name="block-182">
            <a:extLst xmlns:a="http://schemas.openxmlformats.org/drawingml/2006/main">
              <a:ext uri="{FF2B5EF4-FFF2-40B4-BE49-F238E27FC236}">
                <a16:creationId xmlns:a16="http://schemas.microsoft.com/office/drawing/2014/main" id="{580688E3-6C20-475F-9439-3AF20A6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429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8" name="block-183">
            <a:extLst xmlns:a="http://schemas.openxmlformats.org/drawingml/2006/main">
              <a:ext uri="{FF2B5EF4-FFF2-40B4-BE49-F238E27FC236}">
                <a16:creationId xmlns:a16="http://schemas.microsoft.com/office/drawing/2014/main" id="{AE863D3E-51C6-4A18-BB80-79E6BAD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45243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8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50%</a:t>
            </a:r>
          </a:p>
        </p:txBody>
      </p:sp>
      <p:sp>
        <p:nvSpPr>
          <p:cNvPr id="9" name="block-184">
            <a:extLst xmlns:a="http://schemas.openxmlformats.org/drawingml/2006/main">
              <a:ext uri="{FF2B5EF4-FFF2-40B4-BE49-F238E27FC236}">
                <a16:creationId xmlns:a16="http://schemas.microsoft.com/office/drawing/2014/main" id="{97B2E27A-D044-405F-926E-14D5446A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43350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운영자 몫에서 비용 차감</a:t>
            </a:r>
          </a:p>
        </p:txBody>
      </p:sp>
      <p:sp>
        <p:nvSpPr>
          <p:cNvPr id="10" name="block-185">
            <a:extLst xmlns:a="http://schemas.openxmlformats.org/drawingml/2006/main">
              <a:ext uri="{FF2B5EF4-FFF2-40B4-BE49-F238E27FC236}">
                <a16:creationId xmlns:a16="http://schemas.microsoft.com/office/drawing/2014/main" id="{DF7564D8-471D-4705-9819-57542460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기존 방향. 정산 기준액·수수료·세무 처리는 판매 전에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783729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lock-186">
            <a:extLst xmlns:a="http://schemas.openxmlformats.org/drawingml/2006/main">
              <a:ext uri="{FF2B5EF4-FFF2-40B4-BE49-F238E27FC236}">
                <a16:creationId xmlns:a16="http://schemas.microsoft.com/office/drawing/2014/main" id="{44DB8B24-AA14-41B1-A35E-D688E41F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187">
            <a:extLst xmlns:a="http://schemas.openxmlformats.org/drawingml/2006/main">
              <a:ext uri="{FF2B5EF4-FFF2-40B4-BE49-F238E27FC236}">
                <a16:creationId xmlns:a16="http://schemas.microsoft.com/office/drawing/2014/main" id="{34191B58-52FD-4078-B01F-353BB824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3" name="block-188">
            <a:extLst xmlns:a="http://schemas.openxmlformats.org/drawingml/2006/main">
              <a:ext uri="{FF2B5EF4-FFF2-40B4-BE49-F238E27FC236}">
                <a16:creationId xmlns:a16="http://schemas.microsoft.com/office/drawing/2014/main" id="{1F89CC8D-0C0C-4439-9FF4-4FFB10C1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실제 이용을 보여 주는 성공 지표</a:t>
            </a:r>
          </a:p>
        </p:txBody>
      </p:sp>
      <p:sp>
        <p:nvSpPr>
          <p:cNvPr id="4" name="block-189">
            <a:extLst xmlns:a="http://schemas.openxmlformats.org/drawingml/2006/main">
              <a:ext uri="{FF2B5EF4-FFF2-40B4-BE49-F238E27FC236}">
                <a16:creationId xmlns:a16="http://schemas.microsoft.com/office/drawing/2014/main" id="{94D32856-3257-425E-9B37-BEE1F3F9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공급</a:t>
            </a:r>
          </a:p>
        </p:txBody>
      </p:sp>
      <p:sp>
        <p:nvSpPr>
          <p:cNvPr id="5" name="block-190">
            <a:extLst xmlns:a="http://schemas.openxmlformats.org/drawingml/2006/main">
              <a:ext uri="{FF2B5EF4-FFF2-40B4-BE49-F238E27FC236}">
                <a16:creationId xmlns:a16="http://schemas.microsoft.com/office/drawing/2014/main" id="{0AE7C826-A5BA-45D5-A84F-E6B7E9EE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활동 교사와</a:t>
            </a:r>
          </a:p>
          <a:p xmlns:a="http://schemas.openxmlformats.org/drawingml/2006/main">
            <a: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제공 가능 시간</a:t>
            </a:r>
          </a:p>
        </p:txBody>
      </p:sp>
      <p:sp>
        <p:nvSpPr>
          <p:cNvPr id="6" name="block-191">
            <a:extLst xmlns:a="http://schemas.openxmlformats.org/drawingml/2006/main">
              <a:ext uri="{FF2B5EF4-FFF2-40B4-BE49-F238E27FC236}">
                <a16:creationId xmlns:a16="http://schemas.microsoft.com/office/drawing/2014/main" id="{46D5599B-AD5D-4FBA-8E68-348D181F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624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B83"/>
          </a:solidFill>
          <a:ln xmlns:a="http://schemas.openxmlformats.org/drawingml/2006/main" w="0">
            <a:noFill/>
          </a:ln>
        </p:spPr>
      </p:sp>
      <p:sp>
        <p:nvSpPr>
          <p:cNvPr id="7" name="block-192">
            <a:extLst xmlns:a="http://schemas.openxmlformats.org/drawingml/2006/main">
              <a:ext uri="{FF2B5EF4-FFF2-40B4-BE49-F238E27FC236}">
                <a16:creationId xmlns:a16="http://schemas.microsoft.com/office/drawing/2014/main" id="{5DB353EA-1AE0-43A2-90C6-8F9629F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863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원하는 언어·시간대에</a:t>
            </a:r>
          </a:p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수업이 있는가</a:t>
            </a:r>
          </a:p>
        </p:txBody>
      </p:sp>
      <p:sp>
        <p:nvSpPr>
          <p:cNvPr id="8" name="block-193">
            <a:extLst xmlns:a="http://schemas.openxmlformats.org/drawingml/2006/main">
              <a:ext uri="{FF2B5EF4-FFF2-40B4-BE49-F238E27FC236}">
                <a16:creationId xmlns:a16="http://schemas.microsoft.com/office/drawing/2014/main" id="{2A6A7979-2391-43B3-A105-17FADA98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rPr>
              <a:t>연결</a:t>
            </a:r>
          </a:p>
        </p:txBody>
      </p:sp>
      <p:sp>
        <p:nvSpPr>
          <p:cNvPr id="9" name="block-194">
            <a:extLst xmlns:a="http://schemas.openxmlformats.org/drawingml/2006/main">
              <a:ext uri="{FF2B5EF4-FFF2-40B4-BE49-F238E27FC236}">
                <a16:creationId xmlns:a16="http://schemas.microsoft.com/office/drawing/2014/main" id="{A3A29441-A552-4D4D-AFEB-A12063BD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첫 수업</a:t>
            </a:r>
          </a:p>
          <a:p xmlns:a="http://schemas.openxmlformats.org/drawingml/2006/main">
            <a: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완료율</a:t>
            </a:r>
          </a:p>
        </p:txBody>
      </p:sp>
      <p:sp>
        <p:nvSpPr>
          <p:cNvPr id="10" name="block-195">
            <a:extLst xmlns:a="http://schemas.openxmlformats.org/drawingml/2006/main">
              <a:ext uri="{FF2B5EF4-FFF2-40B4-BE49-F238E27FC236}">
                <a16:creationId xmlns:a16="http://schemas.microsoft.com/office/drawing/2014/main" id="{4198FC20-DFB6-47FB-8BA2-4D91A337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B67"/>
          </a:solidFill>
          <a:ln xmlns:a="http://schemas.openxmlformats.org/drawingml/2006/main" w="0">
            <a:noFill/>
          </a:ln>
        </p:spPr>
      </p:sp>
      <p:sp>
        <p:nvSpPr>
          <p:cNvPr id="11" name="block-196">
            <a:extLst xmlns:a="http://schemas.openxmlformats.org/drawingml/2006/main">
              <a:ext uri="{FF2B5EF4-FFF2-40B4-BE49-F238E27FC236}">
                <a16:creationId xmlns:a16="http://schemas.microsoft.com/office/drawing/2014/main" id="{77229BF6-3A43-44A2-ABF9-39D03E4B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신청한 학생이</a:t>
            </a:r>
          </a:p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실제 수업까지 왔는가</a:t>
            </a:r>
          </a:p>
        </p:txBody>
      </p:sp>
      <p:sp>
        <p:nvSpPr>
          <p:cNvPr id="12" name="block-197">
            <a:extLst xmlns:a="http://schemas.openxmlformats.org/drawingml/2006/main">
              <a:ext uri="{FF2B5EF4-FFF2-40B4-BE49-F238E27FC236}">
                <a16:creationId xmlns:a16="http://schemas.microsoft.com/office/drawing/2014/main" id="{31BF2E0A-60B9-4D0F-9560-7E06CB5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4B93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B93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4B934"/>
                </a:solidFill>
                <a:latin typeface="Noto Sans CJK KR"/>
                <a:ea typeface="Noto Sans CJK KR"/>
                <a:cs typeface="Noto Sans CJK KR"/>
              </a:rPr>
              <a:t>지속</a:t>
            </a:r>
          </a:p>
        </p:txBody>
      </p:sp>
      <p:sp>
        <p:nvSpPr>
          <p:cNvPr id="13" name="block-198">
            <a:extLst xmlns:a="http://schemas.openxmlformats.org/drawingml/2006/main">
              <a:ext uri="{FF2B5EF4-FFF2-40B4-BE49-F238E27FC236}">
                <a16:creationId xmlns:a16="http://schemas.microsoft.com/office/drawing/2014/main" id="{B978DA3B-A4FF-4277-BB9E-E8FEF4CE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재학습과</a:t>
            </a:r>
          </a:p>
          <a:p xmlns:a="http://schemas.openxmlformats.org/drawingml/2006/main">
            <a:pPr algn="l">
              <a:def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노쇼율</a:t>
            </a:r>
          </a:p>
        </p:txBody>
      </p:sp>
      <p:sp>
        <p:nvSpPr>
          <p:cNvPr id="14" name="block-199">
            <a:extLst xmlns:a="http://schemas.openxmlformats.org/drawingml/2006/main">
              <a:ext uri="{FF2B5EF4-FFF2-40B4-BE49-F238E27FC236}">
                <a16:creationId xmlns:a16="http://schemas.microsoft.com/office/drawing/2014/main" id="{D144405F-1F38-4098-909C-555FB725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624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34"/>
          </a:solidFill>
          <a:ln xmlns:a="http://schemas.openxmlformats.org/drawingml/2006/main" w="0">
            <a:noFill/>
          </a:ln>
        </p:spPr>
      </p:sp>
      <p:sp>
        <p:nvSpPr>
          <p:cNvPr id="15" name="block-200">
            <a:extLst xmlns:a="http://schemas.openxmlformats.org/drawingml/2006/main">
              <a:ext uri="{FF2B5EF4-FFF2-40B4-BE49-F238E27FC236}">
                <a16:creationId xmlns:a16="http://schemas.microsoft.com/office/drawing/2014/main" id="{C178B69D-6CBC-4397-87EA-D1FCE0C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863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공부를 이어가고</a:t>
            </a:r>
          </a:p>
          <a:p xmlns:a="http://schemas.openxmlformats.org/drawingml/2006/main">
            <a:pPr algn="l">
              <a:def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예약에 참여하는가</a:t>
            </a:r>
          </a:p>
        </p:txBody>
      </p:sp>
    </p:spTree>
    <p:extLst>
      <p:ext uri="{BB962C8B-B14F-4D97-AF65-F5344CB8AC3E}">
        <p14:creationId xmlns:p14="http://schemas.microsoft.com/office/powerpoint/2010/main" val="2061735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lock-201">
            <a:extLst xmlns:a="http://schemas.openxmlformats.org/drawingml/2006/main">
              <a:ext uri="{FF2B5EF4-FFF2-40B4-BE49-F238E27FC236}">
                <a16:creationId xmlns:a16="http://schemas.microsoft.com/office/drawing/2014/main" id="{DB2BD694-407D-4321-A7EC-9F6EA514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202">
            <a:extLst xmlns:a="http://schemas.openxmlformats.org/drawingml/2006/main">
              <a:ext uri="{FF2B5EF4-FFF2-40B4-BE49-F238E27FC236}">
                <a16:creationId xmlns:a16="http://schemas.microsoft.com/office/drawing/2014/main" id="{F47B4F71-2FD5-4253-9D9C-EED097DB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3" name="block-203">
            <a:extLst xmlns:a="http://schemas.openxmlformats.org/drawingml/2006/main">
              <a:ext uri="{FF2B5EF4-FFF2-40B4-BE49-F238E27FC236}">
                <a16:creationId xmlns:a16="http://schemas.microsoft.com/office/drawing/2014/main" id="{21C9A247-BA05-4FFA-AF67-57127EC4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출시 전 결정할 항목</a:t>
            </a:r>
          </a:p>
        </p:txBody>
      </p:sp>
      <p:sp>
        <p:nvSpPr>
          <p:cNvPr id="4" name="block-204">
            <a:extLst xmlns:a="http://schemas.openxmlformats.org/drawingml/2006/main">
              <a:ext uri="{FF2B5EF4-FFF2-40B4-BE49-F238E27FC236}">
                <a16:creationId xmlns:a16="http://schemas.microsoft.com/office/drawing/2014/main" id="{4891F6B1-9EB4-4985-BA63-812AA2AF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무료 파일럿 전</a:t>
            </a:r>
          </a:p>
        </p:txBody>
      </p:sp>
      <p:sp>
        <p:nvSpPr>
          <p:cNvPr id="5" name="block-205">
            <a:extLst xmlns:a="http://schemas.openxmlformats.org/drawingml/2006/main">
              <a:ext uri="{FF2B5EF4-FFF2-40B4-BE49-F238E27FC236}">
                <a16:creationId xmlns:a16="http://schemas.microsoft.com/office/drawing/2014/main" id="{4FD00C6B-6FB4-495F-BEF8-079DD25E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504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수업 형태와 길이</a:t>
            </a:r>
          </a:p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기존 계정 연결 방식</a:t>
            </a:r>
          </a:p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운영 언어와 교사 승인</a:t>
            </a:r>
          </a:p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신고 담당과 대응 절차</a:t>
            </a:r>
          </a:p>
        </p:txBody>
      </p:sp>
      <p:sp>
        <p:nvSpPr>
          <p:cNvPr id="6" name="block-206">
            <a:extLst xmlns:a="http://schemas.openxmlformats.org/drawingml/2006/main">
              <a:ext uri="{FF2B5EF4-FFF2-40B4-BE49-F238E27FC236}">
                <a16:creationId xmlns:a16="http://schemas.microsoft.com/office/drawing/2014/main" id="{BFC5B7E7-CF61-4DBC-BF66-82EE5E83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81625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9E4DF"/>
          </a:solidFill>
          <a:ln xmlns:a="http://schemas.openxmlformats.org/drawingml/2006/main" w="0">
            <a:noFill/>
          </a:ln>
        </p:spPr>
      </p:sp>
      <p:sp>
        <p:nvSpPr>
          <p:cNvPr id="7" name="block-207">
            <a:extLst xmlns:a="http://schemas.openxmlformats.org/drawingml/2006/main">
              <a:ext uri="{FF2B5EF4-FFF2-40B4-BE49-F238E27FC236}">
                <a16:creationId xmlns:a16="http://schemas.microsoft.com/office/drawing/2014/main" id="{ECDEFEA6-2E25-4A02-A953-80B2962F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05050"/>
            <a:ext cx="461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rPr>
              <a:t>유료 판매 전</a:t>
            </a:r>
          </a:p>
        </p:txBody>
      </p:sp>
      <p:sp>
        <p:nvSpPr>
          <p:cNvPr id="8" name="block-208">
            <a:extLst xmlns:a="http://schemas.openxmlformats.org/drawingml/2006/main">
              <a:ext uri="{FF2B5EF4-FFF2-40B4-BE49-F238E27FC236}">
                <a16:creationId xmlns:a16="http://schemas.microsoft.com/office/drawing/2014/main" id="{29B44CED-2F43-4013-8EB8-B8053057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43250"/>
            <a:ext cx="4667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가격과 취소·환불 정책</a:t>
            </a:r>
          </a:p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50% 정산의 기준액</a:t>
            </a:r>
          </a:p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법률·세무 검토</a:t>
            </a:r>
          </a:p>
          <a:p xmlns:a="http://schemas.openxmlformats.org/drawingml/2006/main">
            <a:pPr algn="l">
              <a:def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결제 시험과 호스팅 이전</a:t>
            </a:r>
          </a:p>
        </p:txBody>
      </p:sp>
    </p:spTree>
    <p:extLst>
      <p:ext uri="{BB962C8B-B14F-4D97-AF65-F5344CB8AC3E}">
        <p14:creationId xmlns:p14="http://schemas.microsoft.com/office/powerpoint/2010/main" val="8964228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lock-209">
            <a:extLst xmlns:a="http://schemas.openxmlformats.org/drawingml/2006/main">
              <a:ext uri="{FF2B5EF4-FFF2-40B4-BE49-F238E27FC236}">
                <a16:creationId xmlns:a16="http://schemas.microsoft.com/office/drawing/2014/main" id="{1805100B-9AD8-473B-83C3-345944B9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한국어 학습 플랫폼</a:t>
            </a:r>
          </a:p>
        </p:txBody>
      </p:sp>
      <p:sp>
        <p:nvSpPr>
          <p:cNvPr id="2" name="block-210">
            <a:extLst xmlns:a="http://schemas.openxmlformats.org/drawingml/2006/main">
              <a:ext uri="{FF2B5EF4-FFF2-40B4-BE49-F238E27FC236}">
                <a16:creationId xmlns:a16="http://schemas.microsoft.com/office/drawing/2014/main" id="{7E9242AD-7BF1-45A3-8FFA-C0EEB8B4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3" name="block-211">
            <a:extLst xmlns:a="http://schemas.openxmlformats.org/drawingml/2006/main">
              <a:ext uri="{FF2B5EF4-FFF2-40B4-BE49-F238E27FC236}">
                <a16:creationId xmlns:a16="http://schemas.microsoft.com/office/drawing/2014/main" id="{54F8FE97-CB04-49C2-A8F0-70933A4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0858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9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9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먼저, 첫 무료 수업을</a:t>
            </a:r>
          </a:p>
          <a:p xmlns:a="http://schemas.openxmlformats.org/drawingml/2006/main">
            <a:pPr algn="l">
              <a:defRPr sz="49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950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끝까지 연결합니다.</a:t>
            </a:r>
          </a:p>
        </p:txBody>
      </p:sp>
      <p:sp>
        <p:nvSpPr>
          <p:cNvPr id="4" name="block-212">
            <a:extLst xmlns:a="http://schemas.openxmlformats.org/drawingml/2006/main">
              <a:ext uri="{FF2B5EF4-FFF2-40B4-BE49-F238E27FC236}">
                <a16:creationId xmlns:a16="http://schemas.microsoft.com/office/drawing/2014/main" id="{5E5E7F59-E498-4C91-8E46-36C1B05D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52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작은 파일럿으로 학생의 경험과 교사의 운영 부담을 확인합니다.</a:t>
            </a:r>
          </a:p>
        </p:txBody>
      </p:sp>
      <p:sp>
        <p:nvSpPr>
          <p:cNvPr id="5" name="block-213">
            <a:extLst xmlns:a="http://schemas.openxmlformats.org/drawingml/2006/main">
              <a:ext uri="{FF2B5EF4-FFF2-40B4-BE49-F238E27FC236}">
                <a16:creationId xmlns:a16="http://schemas.microsoft.com/office/drawing/2014/main" id="{B6FF24AC-AB6D-433A-8655-AF7EF712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4"/>
          </a:solidFill>
          <a:ln xmlns:a="http://schemas.openxmlformats.org/drawingml/2006/main" w="0">
            <a:noFill/>
          </a:ln>
        </p:spPr>
      </p:sp>
      <p:sp>
        <p:nvSpPr>
          <p:cNvPr id="6" name="block-214">
            <a:extLst xmlns:a="http://schemas.openxmlformats.org/drawingml/2006/main">
              <a:ext uri="{FF2B5EF4-FFF2-40B4-BE49-F238E27FC236}">
                <a16:creationId xmlns:a16="http://schemas.microsoft.com/office/drawing/2014/main" id="{890A2587-E261-41D1-B9D7-57053AC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59B83"/>
                </a:solidFill>
                <a:latin typeface="Noto Sans CJK KR"/>
                <a:ea typeface="Noto Sans CJK KR"/>
                <a:cs typeface="Noto Sans CJK KR"/>
              </a:rPr>
              <a:t>정책 확정</a:t>
            </a:r>
          </a:p>
        </p:txBody>
      </p:sp>
      <p:sp>
        <p:nvSpPr>
          <p:cNvPr id="7" name="block-215">
            <a:extLst xmlns:a="http://schemas.openxmlformats.org/drawingml/2006/main">
              <a:ext uri="{FF2B5EF4-FFF2-40B4-BE49-F238E27FC236}">
                <a16:creationId xmlns:a16="http://schemas.microsoft.com/office/drawing/2014/main" id="{B23AE27D-D068-4C78-A8CB-ACCFAF2B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수업·계정·운영 언어</a:t>
            </a:r>
          </a:p>
        </p:txBody>
      </p:sp>
      <p:sp>
        <p:nvSpPr>
          <p:cNvPr id="8" name="block-216">
            <a:extLst xmlns:a="http://schemas.openxmlformats.org/drawingml/2006/main">
              <a:ext uri="{FF2B5EF4-FFF2-40B4-BE49-F238E27FC236}">
                <a16:creationId xmlns:a16="http://schemas.microsoft.com/office/drawing/2014/main" id="{E0E80EBB-6933-4B4F-A117-34547E4A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815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E6B67"/>
                </a:solidFill>
                <a:latin typeface="Noto Sans CJK KR"/>
                <a:ea typeface="Noto Sans CJK KR"/>
                <a:cs typeface="Noto Sans CJK KR"/>
              </a:rPr>
              <a:t>교사 모집</a:t>
            </a:r>
          </a:p>
        </p:txBody>
      </p:sp>
      <p:sp>
        <p:nvSpPr>
          <p:cNvPr id="9" name="block-217">
            <a:extLst xmlns:a="http://schemas.openxmlformats.org/drawingml/2006/main">
              <a:ext uri="{FF2B5EF4-FFF2-40B4-BE49-F238E27FC236}">
                <a16:creationId xmlns:a16="http://schemas.microsoft.com/office/drawing/2014/main" id="{A8C5D2ED-B47F-4973-82CC-5B2484BF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292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실제 제공 시간 확인</a:t>
            </a:r>
          </a:p>
        </p:txBody>
      </p:sp>
      <p:sp>
        <p:nvSpPr>
          <p:cNvPr id="10" name="block-218">
            <a:extLst xmlns:a="http://schemas.openxmlformats.org/drawingml/2006/main">
              <a:ext uri="{FF2B5EF4-FFF2-40B4-BE49-F238E27FC236}">
                <a16:creationId xmlns:a16="http://schemas.microsoft.com/office/drawing/2014/main" id="{E3AB7CCF-2066-4A79-9A30-479F652B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73F50"/>
                </a:solidFill>
                <a:latin typeface="Noto Sans CJK KR"/>
                <a:ea typeface="Noto Sans CJK KR"/>
                <a:cs typeface="Noto Sans CJK KR"/>
              </a:rPr>
              <a:t>첫 수업 검증</a:t>
            </a:r>
          </a:p>
        </p:txBody>
      </p:sp>
      <p:sp>
        <p:nvSpPr>
          <p:cNvPr id="11" name="block-219">
            <a:extLst xmlns:a="http://schemas.openxmlformats.org/drawingml/2006/main">
              <a:ext uri="{FF2B5EF4-FFF2-40B4-BE49-F238E27FC236}">
                <a16:creationId xmlns:a16="http://schemas.microsoft.com/office/drawing/2014/main" id="{3AF682AD-5EDD-423B-904E-A567881F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292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4716F"/>
                </a:solidFill>
                <a:latin typeface="Noto Sans CJK KR"/>
                <a:ea typeface="Noto Sans CJK KR"/>
                <a:cs typeface="Noto Sans CJK KR"/>
              </a:rPr>
              <a:t>완료와 재학습 확인</a:t>
            </a:r>
          </a:p>
        </p:txBody>
      </p:sp>
    </p:spTree>
    <p:extLst>
      <p:ext uri="{BB962C8B-B14F-4D97-AF65-F5344CB8AC3E}">
        <p14:creationId xmlns:p14="http://schemas.microsoft.com/office/powerpoint/2010/main" val="1878843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2026-10-16T04:23:03.2540000Z</dcterms:created>
  <dcterms:modified xsi:type="dcterms:W3CDTF">2026-10-16T04:23:03.2540000Z</dcterms:modified>
</coreProperties>
</file>